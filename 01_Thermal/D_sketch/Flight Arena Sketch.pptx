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7102475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3970"/>
    <a:srgbClr val="77797D"/>
    <a:srgbClr val="CD7BA0"/>
    <a:srgbClr val="D96558"/>
    <a:srgbClr val="73716C"/>
    <a:srgbClr val="DE862F"/>
    <a:srgbClr val="F9D97C"/>
    <a:srgbClr val="C9C75B"/>
    <a:srgbClr val="F1E97D"/>
    <a:srgbClr val="F0E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880D3-A72C-42BF-A908-E2C77D9998D0}" v="1" dt="2026-03-26T13:07:31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4" autoAdjust="0"/>
    <p:restoredTop sz="89727" autoAdjust="0"/>
  </p:normalViewPr>
  <p:slideViewPr>
    <p:cSldViewPr snapToGrid="0">
      <p:cViewPr>
        <p:scale>
          <a:sx n="66" d="100"/>
          <a:sy n="66" d="100"/>
        </p:scale>
        <p:origin x="1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anchen F" userId="3aee791e-6a2d-4da7-a77b-fbdf7bf15886" providerId="ADAL" clId="{1EA8FAE0-933A-49DD-A724-68A18B8AE880}"/>
    <pc:docChg chg="undo redo custSel addSld delSld modSld modNotesMaster">
      <pc:chgData name="Li, Hanchen F" userId="3aee791e-6a2d-4da7-a77b-fbdf7bf15886" providerId="ADAL" clId="{1EA8FAE0-933A-49DD-A724-68A18B8AE880}" dt="2026-03-26T13:10:16.619" v="3612" actId="1036"/>
      <pc:docMkLst>
        <pc:docMk/>
      </pc:docMkLst>
      <pc:sldChg chg="addSp delSp modSp add mod">
        <pc:chgData name="Li, Hanchen F" userId="3aee791e-6a2d-4da7-a77b-fbdf7bf15886" providerId="ADAL" clId="{1EA8FAE0-933A-49DD-A724-68A18B8AE880}" dt="2026-03-24T20:10:48.309" v="3382" actId="1076"/>
        <pc:sldMkLst>
          <pc:docMk/>
          <pc:sldMk cId="3629937204" sldId="259"/>
        </pc:sldMkLst>
        <pc:spChg chg="mod">
          <ac:chgData name="Li, Hanchen F" userId="3aee791e-6a2d-4da7-a77b-fbdf7bf15886" providerId="ADAL" clId="{1EA8FAE0-933A-49DD-A724-68A18B8AE880}" dt="2026-03-16T16:30:39.627" v="1759" actId="1076"/>
          <ac:spMkLst>
            <pc:docMk/>
            <pc:sldMk cId="3629937204" sldId="259"/>
            <ac:spMk id="19" creationId="{05DD7E1A-3AFE-89F1-8750-632571690AB1}"/>
          </ac:spMkLst>
        </pc:spChg>
        <pc:spChg chg="add mod">
          <ac:chgData name="Li, Hanchen F" userId="3aee791e-6a2d-4da7-a77b-fbdf7bf15886" providerId="ADAL" clId="{1EA8FAE0-933A-49DD-A724-68A18B8AE880}" dt="2026-03-16T16:25:54.538" v="1733" actId="1076"/>
          <ac:spMkLst>
            <pc:docMk/>
            <pc:sldMk cId="3629937204" sldId="259"/>
            <ac:spMk id="36" creationId="{F554BC62-AF51-1D26-C8FA-4C23383748FC}"/>
          </ac:spMkLst>
        </pc:spChg>
        <pc:spChg chg="add mod">
          <ac:chgData name="Li, Hanchen F" userId="3aee791e-6a2d-4da7-a77b-fbdf7bf15886" providerId="ADAL" clId="{1EA8FAE0-933A-49DD-A724-68A18B8AE880}" dt="2026-03-16T16:25:54.538" v="1733" actId="1076"/>
          <ac:spMkLst>
            <pc:docMk/>
            <pc:sldMk cId="3629937204" sldId="259"/>
            <ac:spMk id="40" creationId="{EDCA2432-45E9-3F95-FAF1-0CAB165391D5}"/>
          </ac:spMkLst>
        </pc:spChg>
        <pc:spChg chg="add mod">
          <ac:chgData name="Li, Hanchen F" userId="3aee791e-6a2d-4da7-a77b-fbdf7bf15886" providerId="ADAL" clId="{1EA8FAE0-933A-49DD-A724-68A18B8AE880}" dt="2026-03-16T16:25:54.538" v="1733" actId="1076"/>
          <ac:spMkLst>
            <pc:docMk/>
            <pc:sldMk cId="3629937204" sldId="259"/>
            <ac:spMk id="41" creationId="{99795DF5-3DA3-19A5-3A4C-CD56D81C3753}"/>
          </ac:spMkLst>
        </pc:spChg>
        <pc:spChg chg="add mod">
          <ac:chgData name="Li, Hanchen F" userId="3aee791e-6a2d-4da7-a77b-fbdf7bf15886" providerId="ADAL" clId="{1EA8FAE0-933A-49DD-A724-68A18B8AE880}" dt="2026-03-16T16:25:54.538" v="1733" actId="1076"/>
          <ac:spMkLst>
            <pc:docMk/>
            <pc:sldMk cId="3629937204" sldId="259"/>
            <ac:spMk id="46" creationId="{4BA0DA3A-6D2B-FB26-C226-1351C5C8D192}"/>
          </ac:spMkLst>
        </pc:spChg>
        <pc:spChg chg="add mod">
          <ac:chgData name="Li, Hanchen F" userId="3aee791e-6a2d-4da7-a77b-fbdf7bf15886" providerId="ADAL" clId="{1EA8FAE0-933A-49DD-A724-68A18B8AE880}" dt="2026-03-24T20:10:48.309" v="3382" actId="1076"/>
          <ac:spMkLst>
            <pc:docMk/>
            <pc:sldMk cId="3629937204" sldId="259"/>
            <ac:spMk id="59" creationId="{99691316-2869-D306-99E3-877DBA2E91E0}"/>
          </ac:spMkLst>
        </pc:spChg>
        <pc:spChg chg="mod">
          <ac:chgData name="Li, Hanchen F" userId="3aee791e-6a2d-4da7-a77b-fbdf7bf15886" providerId="ADAL" clId="{1EA8FAE0-933A-49DD-A724-68A18B8AE880}" dt="2026-03-24T20:10:34.876" v="3380" actId="403"/>
          <ac:spMkLst>
            <pc:docMk/>
            <pc:sldMk cId="3629937204" sldId="259"/>
            <ac:spMk id="61" creationId="{B3CAF2B1-3BD0-4456-8CF1-34A10E9D3671}"/>
          </ac:spMkLst>
        </pc:spChg>
        <pc:graphicFrameChg chg="mod">
          <ac:chgData name="Li, Hanchen F" userId="3aee791e-6a2d-4da7-a77b-fbdf7bf15886" providerId="ADAL" clId="{1EA8FAE0-933A-49DD-A724-68A18B8AE880}" dt="2026-03-24T20:10:17.142" v="3376"/>
          <ac:graphicFrameMkLst>
            <pc:docMk/>
            <pc:sldMk cId="3629937204" sldId="259"/>
            <ac:graphicFrameMk id="12" creationId="{6A77711E-A40C-59C7-E1AE-CC6963F911B8}"/>
          </ac:graphicFrameMkLst>
        </pc:graphicFrameChg>
      </pc:sldChg>
      <pc:sldChg chg="addSp delSp modSp add mod">
        <pc:chgData name="Li, Hanchen F" userId="3aee791e-6a2d-4da7-a77b-fbdf7bf15886" providerId="ADAL" clId="{1EA8FAE0-933A-49DD-A724-68A18B8AE880}" dt="2026-03-26T13:10:16.619" v="3612" actId="1036"/>
        <pc:sldMkLst>
          <pc:docMk/>
          <pc:sldMk cId="3601829480" sldId="260"/>
        </pc:sldMkLst>
        <pc:spChg chg="add mod">
          <ac:chgData name="Li, Hanchen F" userId="3aee791e-6a2d-4da7-a77b-fbdf7bf15886" providerId="ADAL" clId="{1EA8FAE0-933A-49DD-A724-68A18B8AE880}" dt="2026-03-24T20:11:58.618" v="3399" actId="1036"/>
          <ac:spMkLst>
            <pc:docMk/>
            <pc:sldMk cId="3601829480" sldId="260"/>
            <ac:spMk id="5" creationId="{A10C37A3-F8BB-0A73-46AD-ADB8904485DF}"/>
          </ac:spMkLst>
        </pc:spChg>
        <pc:spChg chg="add mod">
          <ac:chgData name="Li, Hanchen F" userId="3aee791e-6a2d-4da7-a77b-fbdf7bf15886" providerId="ADAL" clId="{1EA8FAE0-933A-49DD-A724-68A18B8AE880}" dt="2026-03-24T15:22:47.343" v="3358" actId="1037"/>
          <ac:spMkLst>
            <pc:docMk/>
            <pc:sldMk cId="3601829480" sldId="260"/>
            <ac:spMk id="6" creationId="{7514CCCC-9226-1B11-499D-4D18C67C000C}"/>
          </ac:spMkLst>
        </pc:spChg>
        <pc:spChg chg="mod">
          <ac:chgData name="Li, Hanchen F" userId="3aee791e-6a2d-4da7-a77b-fbdf7bf15886" providerId="ADAL" clId="{1EA8FAE0-933A-49DD-A724-68A18B8AE880}" dt="2026-03-24T15:21:28.548" v="3313" actId="208"/>
          <ac:spMkLst>
            <pc:docMk/>
            <pc:sldMk cId="3601829480" sldId="260"/>
            <ac:spMk id="8" creationId="{8CDC6514-4009-BEAD-0D71-715A14505557}"/>
          </ac:spMkLst>
        </pc:spChg>
        <pc:spChg chg="mod">
          <ac:chgData name="Li, Hanchen F" userId="3aee791e-6a2d-4da7-a77b-fbdf7bf15886" providerId="ADAL" clId="{1EA8FAE0-933A-49DD-A724-68A18B8AE880}" dt="2026-03-24T15:21:38.992" v="3314" actId="2085"/>
          <ac:spMkLst>
            <pc:docMk/>
            <pc:sldMk cId="3601829480" sldId="260"/>
            <ac:spMk id="10" creationId="{BD17057F-468B-E944-E9B2-EEA15316E163}"/>
          </ac:spMkLst>
        </pc:spChg>
        <pc:spChg chg="mod">
          <ac:chgData name="Li, Hanchen F" userId="3aee791e-6a2d-4da7-a77b-fbdf7bf15886" providerId="ADAL" clId="{1EA8FAE0-933A-49DD-A724-68A18B8AE880}" dt="2026-03-24T15:21:38.992" v="3314" actId="2085"/>
          <ac:spMkLst>
            <pc:docMk/>
            <pc:sldMk cId="3601829480" sldId="260"/>
            <ac:spMk id="11" creationId="{6B5BED7B-9DA6-F8AC-3D71-EE0FAA3E0515}"/>
          </ac:spMkLst>
        </pc:spChg>
        <pc:spChg chg="mod">
          <ac:chgData name="Li, Hanchen F" userId="3aee791e-6a2d-4da7-a77b-fbdf7bf15886" providerId="ADAL" clId="{1EA8FAE0-933A-49DD-A724-68A18B8AE880}" dt="2026-03-24T15:21:38.992" v="3314" actId="2085"/>
          <ac:spMkLst>
            <pc:docMk/>
            <pc:sldMk cId="3601829480" sldId="260"/>
            <ac:spMk id="12" creationId="{8F5A32A8-6296-347C-16F2-B619D961D4ED}"/>
          </ac:spMkLst>
        </pc:spChg>
        <pc:spChg chg="add mod">
          <ac:chgData name="Li, Hanchen F" userId="3aee791e-6a2d-4da7-a77b-fbdf7bf15886" providerId="ADAL" clId="{1EA8FAE0-933A-49DD-A724-68A18B8AE880}" dt="2026-03-26T13:06:11.423" v="3545" actId="692"/>
          <ac:spMkLst>
            <pc:docMk/>
            <pc:sldMk cId="3601829480" sldId="260"/>
            <ac:spMk id="25" creationId="{6AD56B28-F329-8FEF-B6F9-F41A1480574C}"/>
          </ac:spMkLst>
        </pc:spChg>
        <pc:spChg chg="add mod">
          <ac:chgData name="Li, Hanchen F" userId="3aee791e-6a2d-4da7-a77b-fbdf7bf15886" providerId="ADAL" clId="{1EA8FAE0-933A-49DD-A724-68A18B8AE880}" dt="2026-03-16T16:51:05.657" v="3010" actId="14100"/>
          <ac:spMkLst>
            <pc:docMk/>
            <pc:sldMk cId="3601829480" sldId="260"/>
            <ac:spMk id="63" creationId="{F114FEDF-DB33-6D27-0C7B-402685C3FEA6}"/>
          </ac:spMkLst>
        </pc:spChg>
        <pc:spChg chg="add mod">
          <ac:chgData name="Li, Hanchen F" userId="3aee791e-6a2d-4da7-a77b-fbdf7bf15886" providerId="ADAL" clId="{1EA8FAE0-933A-49DD-A724-68A18B8AE880}" dt="2026-03-26T13:09:23.633" v="3603" actId="1076"/>
          <ac:spMkLst>
            <pc:docMk/>
            <pc:sldMk cId="3601829480" sldId="260"/>
            <ac:spMk id="92" creationId="{791F1E7C-ADF1-8CD5-4AAD-B4FE4565B178}"/>
          </ac:spMkLst>
        </pc:spChg>
        <pc:spChg chg="add mod">
          <ac:chgData name="Li, Hanchen F" userId="3aee791e-6a2d-4da7-a77b-fbdf7bf15886" providerId="ADAL" clId="{1EA8FAE0-933A-49DD-A724-68A18B8AE880}" dt="2026-03-26T13:07:56.329" v="3582" actId="1076"/>
          <ac:spMkLst>
            <pc:docMk/>
            <pc:sldMk cId="3601829480" sldId="260"/>
            <ac:spMk id="96" creationId="{223E6F7E-EAC4-91F7-59DE-C034C907ADB0}"/>
          </ac:spMkLst>
        </pc:spChg>
        <pc:spChg chg="add mod">
          <ac:chgData name="Li, Hanchen F" userId="3aee791e-6a2d-4da7-a77b-fbdf7bf15886" providerId="ADAL" clId="{1EA8FAE0-933A-49DD-A724-68A18B8AE880}" dt="2026-03-26T13:10:04.243" v="3609" actId="1076"/>
          <ac:spMkLst>
            <pc:docMk/>
            <pc:sldMk cId="3601829480" sldId="260"/>
            <ac:spMk id="132" creationId="{FEB56916-96C1-7BAE-CDDC-4445CCE47D29}"/>
          </ac:spMkLst>
        </pc:spChg>
        <pc:spChg chg="add mod">
          <ac:chgData name="Li, Hanchen F" userId="3aee791e-6a2d-4da7-a77b-fbdf7bf15886" providerId="ADAL" clId="{1EA8FAE0-933A-49DD-A724-68A18B8AE880}" dt="2026-03-26T13:04:05.896" v="3504" actId="1076"/>
          <ac:spMkLst>
            <pc:docMk/>
            <pc:sldMk cId="3601829480" sldId="260"/>
            <ac:spMk id="136" creationId="{9500AF6D-4FC1-F159-5F63-E87E7AFA2541}"/>
          </ac:spMkLst>
        </pc:spChg>
        <pc:grpChg chg="add mod">
          <ac:chgData name="Li, Hanchen F" userId="3aee791e-6a2d-4da7-a77b-fbdf7bf15886" providerId="ADAL" clId="{1EA8FAE0-933A-49DD-A724-68A18B8AE880}" dt="2026-03-24T15:21:01.696" v="3311" actId="1076"/>
          <ac:grpSpMkLst>
            <pc:docMk/>
            <pc:sldMk cId="3601829480" sldId="260"/>
            <ac:grpSpMk id="7" creationId="{5E1CF8AE-04E4-25D5-94B9-BA18B3DE535B}"/>
          </ac:grpSpMkLst>
        </pc:grpChg>
        <pc:grpChg chg="add mod">
          <ac:chgData name="Li, Hanchen F" userId="3aee791e-6a2d-4da7-a77b-fbdf7bf15886" providerId="ADAL" clId="{1EA8FAE0-933A-49DD-A724-68A18B8AE880}" dt="2026-03-16T16:43:38.141" v="2911" actId="14861"/>
          <ac:grpSpMkLst>
            <pc:docMk/>
            <pc:sldMk cId="3601829480" sldId="260"/>
            <ac:grpSpMk id="93" creationId="{244AA9C1-5E07-A14B-0D4C-E801B1456F50}"/>
          </ac:grpSpMkLst>
        </pc:grpChg>
        <pc:grpChg chg="add del mod">
          <ac:chgData name="Li, Hanchen F" userId="3aee791e-6a2d-4da7-a77b-fbdf7bf15886" providerId="ADAL" clId="{1EA8FAE0-933A-49DD-A724-68A18B8AE880}" dt="2026-03-26T13:03:36.012" v="3494" actId="478"/>
          <ac:grpSpMkLst>
            <pc:docMk/>
            <pc:sldMk cId="3601829480" sldId="260"/>
            <ac:grpSpMk id="97" creationId="{726F47DF-DC4D-A9E1-35B8-F9671DEE85EC}"/>
          </ac:grpSpMkLst>
        </pc:grpChg>
        <pc:grpChg chg="add mod">
          <ac:chgData name="Li, Hanchen F" userId="3aee791e-6a2d-4da7-a77b-fbdf7bf15886" providerId="ADAL" clId="{1EA8FAE0-933A-49DD-A724-68A18B8AE880}" dt="2026-03-16T16:48:16.311" v="2966" actId="1076"/>
          <ac:grpSpMkLst>
            <pc:docMk/>
            <pc:sldMk cId="3601829480" sldId="260"/>
            <ac:grpSpMk id="104" creationId="{F6B8C7C2-79F6-AEFF-0EB7-0CC98069A858}"/>
          </ac:grpSpMkLst>
        </pc:grpChg>
        <pc:grpChg chg="add mod">
          <ac:chgData name="Li, Hanchen F" userId="3aee791e-6a2d-4da7-a77b-fbdf7bf15886" providerId="ADAL" clId="{1EA8FAE0-933A-49DD-A724-68A18B8AE880}" dt="2026-03-26T13:08:15.717" v="3586" actId="14100"/>
          <ac:grpSpMkLst>
            <pc:docMk/>
            <pc:sldMk cId="3601829480" sldId="260"/>
            <ac:grpSpMk id="117" creationId="{323D098F-BFD7-CB49-30F1-211C01F31ACC}"/>
          </ac:grpSpMkLst>
        </pc:grpChg>
        <pc:grpChg chg="add del mod">
          <ac:chgData name="Li, Hanchen F" userId="3aee791e-6a2d-4da7-a77b-fbdf7bf15886" providerId="ADAL" clId="{1EA8FAE0-933A-49DD-A724-68A18B8AE880}" dt="2026-03-26T13:04:53.163" v="3528" actId="478"/>
          <ac:grpSpMkLst>
            <pc:docMk/>
            <pc:sldMk cId="3601829480" sldId="260"/>
            <ac:grpSpMk id="139" creationId="{38130447-C12B-A7B8-EB4C-5922EB5047DA}"/>
          </ac:grpSpMkLst>
        </pc:grpChg>
        <pc:picChg chg="add mod ord modCrop">
          <ac:chgData name="Li, Hanchen F" userId="3aee791e-6a2d-4da7-a77b-fbdf7bf15886" providerId="ADAL" clId="{1EA8FAE0-933A-49DD-A724-68A18B8AE880}" dt="2026-03-26T13:10:15.464" v="3611" actId="1036"/>
          <ac:picMkLst>
            <pc:docMk/>
            <pc:sldMk cId="3601829480" sldId="260"/>
            <ac:picMk id="4" creationId="{10BF806C-AF9E-4902-3729-7AB1BBB09083}"/>
          </ac:picMkLst>
        </pc:picChg>
        <pc:picChg chg="add mod modCrop">
          <ac:chgData name="Li, Hanchen F" userId="3aee791e-6a2d-4da7-a77b-fbdf7bf15886" providerId="ADAL" clId="{1EA8FAE0-933A-49DD-A724-68A18B8AE880}" dt="2026-03-26T13:09:09.324" v="3601" actId="1076"/>
          <ac:picMkLst>
            <pc:docMk/>
            <pc:sldMk cId="3601829480" sldId="260"/>
            <ac:picMk id="37" creationId="{C09BB204-9C6C-3C04-182A-FEBA2E4B5413}"/>
          </ac:picMkLst>
        </pc:picChg>
        <pc:picChg chg="add mod modCrop">
          <ac:chgData name="Li, Hanchen F" userId="3aee791e-6a2d-4da7-a77b-fbdf7bf15886" providerId="ADAL" clId="{1EA8FAE0-933A-49DD-A724-68A18B8AE880}" dt="2026-03-26T13:10:16.619" v="3612" actId="1036"/>
          <ac:picMkLst>
            <pc:docMk/>
            <pc:sldMk cId="3601829480" sldId="260"/>
            <ac:picMk id="42" creationId="{B632C22F-E55E-2C15-352E-71B3B3268CCD}"/>
          </ac:picMkLst>
        </pc:picChg>
        <pc:picChg chg="add mod modCrop">
          <ac:chgData name="Li, Hanchen F" userId="3aee791e-6a2d-4da7-a77b-fbdf7bf15886" providerId="ADAL" clId="{1EA8FAE0-933A-49DD-A724-68A18B8AE880}" dt="2026-03-26T13:07:00.904" v="3568" actId="1036"/>
          <ac:picMkLst>
            <pc:docMk/>
            <pc:sldMk cId="3601829480" sldId="260"/>
            <ac:picMk id="156" creationId="{7F952B11-04CF-2366-921E-1E3D86B8DA42}"/>
          </ac:picMkLst>
        </pc:picChg>
        <pc:cxnChg chg="mod">
          <ac:chgData name="Li, Hanchen F" userId="3aee791e-6a2d-4da7-a77b-fbdf7bf15886" providerId="ADAL" clId="{1EA8FAE0-933A-49DD-A724-68A18B8AE880}" dt="2026-03-24T15:21:28.548" v="3313" actId="208"/>
          <ac:cxnSpMkLst>
            <pc:docMk/>
            <pc:sldMk cId="3601829480" sldId="260"/>
            <ac:cxnSpMk id="9" creationId="{B7ED1122-EC8C-90D2-7671-4E0D5E1412DA}"/>
          </ac:cxnSpMkLst>
        </pc:cxnChg>
        <pc:cxnChg chg="mod">
          <ac:chgData name="Li, Hanchen F" userId="3aee791e-6a2d-4da7-a77b-fbdf7bf15886" providerId="ADAL" clId="{1EA8FAE0-933A-49DD-A724-68A18B8AE880}" dt="2026-03-24T15:21:28.548" v="3313" actId="208"/>
          <ac:cxnSpMkLst>
            <pc:docMk/>
            <pc:sldMk cId="3601829480" sldId="260"/>
            <ac:cxnSpMk id="13" creationId="{AE073A06-4C73-8F4D-605A-A37E53B31C36}"/>
          </ac:cxnSpMkLst>
        </pc:cxnChg>
        <pc:cxnChg chg="add mod">
          <ac:chgData name="Li, Hanchen F" userId="3aee791e-6a2d-4da7-a77b-fbdf7bf15886" providerId="ADAL" clId="{1EA8FAE0-933A-49DD-A724-68A18B8AE880}" dt="2026-03-26T13:07:29.391" v="3577" actId="1076"/>
          <ac:cxnSpMkLst>
            <pc:docMk/>
            <pc:sldMk cId="3601829480" sldId="260"/>
            <ac:cxnSpMk id="29" creationId="{310546EE-96BA-82D9-C711-F6A7A9372F50}"/>
          </ac:cxnSpMkLst>
        </pc:cxnChg>
        <pc:cxnChg chg="add mod">
          <ac:chgData name="Li, Hanchen F" userId="3aee791e-6a2d-4da7-a77b-fbdf7bf15886" providerId="ADAL" clId="{1EA8FAE0-933A-49DD-A724-68A18B8AE880}" dt="2026-03-26T13:07:40.789" v="3581" actId="1076"/>
          <ac:cxnSpMkLst>
            <pc:docMk/>
            <pc:sldMk cId="3601829480" sldId="260"/>
            <ac:cxnSpMk id="31" creationId="{C67BFF6C-5A0F-1973-5A59-8CF13EB73D3D}"/>
          </ac:cxnSpMkLst>
        </pc:cxnChg>
        <pc:cxnChg chg="add mod">
          <ac:chgData name="Li, Hanchen F" userId="3aee791e-6a2d-4da7-a77b-fbdf7bf15886" providerId="ADAL" clId="{1EA8FAE0-933A-49DD-A724-68A18B8AE880}" dt="2026-03-26T13:09:37.916" v="3607" actId="14100"/>
          <ac:cxnSpMkLst>
            <pc:docMk/>
            <pc:sldMk cId="3601829480" sldId="260"/>
            <ac:cxnSpMk id="73" creationId="{A3A91A2E-7852-FC83-BF92-BF52241D1080}"/>
          </ac:cxnSpMkLst>
        </pc:cxnChg>
        <pc:cxnChg chg="add mod">
          <ac:chgData name="Li, Hanchen F" userId="3aee791e-6a2d-4da7-a77b-fbdf7bf15886" providerId="ADAL" clId="{1EA8FAE0-933A-49DD-A724-68A18B8AE880}" dt="2026-03-26T13:09:28.908" v="3604" actId="14100"/>
          <ac:cxnSpMkLst>
            <pc:docMk/>
            <pc:sldMk cId="3601829480" sldId="260"/>
            <ac:cxnSpMk id="81" creationId="{490367D2-3871-1604-4466-5893EC9691DD}"/>
          </ac:cxnSpMkLst>
        </pc:cxnChg>
        <pc:cxnChg chg="mod topLvl">
          <ac:chgData name="Li, Hanchen F" userId="3aee791e-6a2d-4da7-a77b-fbdf7bf15886" providerId="ADAL" clId="{1EA8FAE0-933A-49DD-A724-68A18B8AE880}" dt="2026-03-26T13:08:17.514" v="3587" actId="14100"/>
          <ac:cxnSpMkLst>
            <pc:docMk/>
            <pc:sldMk cId="3601829480" sldId="260"/>
            <ac:cxnSpMk id="98" creationId="{5B8710CF-6427-DFDB-2CC3-B7F5BC317BAA}"/>
          </ac:cxnSpMkLst>
        </pc:cxnChg>
        <pc:cxnChg chg="del mod topLvl">
          <ac:chgData name="Li, Hanchen F" userId="3aee791e-6a2d-4da7-a77b-fbdf7bf15886" providerId="ADAL" clId="{1EA8FAE0-933A-49DD-A724-68A18B8AE880}" dt="2026-03-26T13:03:36.012" v="3494" actId="478"/>
          <ac:cxnSpMkLst>
            <pc:docMk/>
            <pc:sldMk cId="3601829480" sldId="260"/>
            <ac:cxnSpMk id="99" creationId="{D30FDA9A-B44C-7A28-85F1-967F50148D04}"/>
          </ac:cxnSpMkLst>
        </pc:cxnChg>
        <pc:cxnChg chg="mod">
          <ac:chgData name="Li, Hanchen F" userId="3aee791e-6a2d-4da7-a77b-fbdf7bf15886" providerId="ADAL" clId="{1EA8FAE0-933A-49DD-A724-68A18B8AE880}" dt="2026-03-26T13:03:17.430" v="3491" actId="14100"/>
          <ac:cxnSpMkLst>
            <pc:docMk/>
            <pc:sldMk cId="3601829480" sldId="260"/>
            <ac:cxnSpMk id="105" creationId="{F12C5782-1761-F746-A380-93E323ABC10D}"/>
          </ac:cxnSpMkLst>
        </pc:cxnChg>
        <pc:cxnChg chg="mod">
          <ac:chgData name="Li, Hanchen F" userId="3aee791e-6a2d-4da7-a77b-fbdf7bf15886" providerId="ADAL" clId="{1EA8FAE0-933A-49DD-A724-68A18B8AE880}" dt="2026-03-26T13:04:03.724" v="3503" actId="14100"/>
          <ac:cxnSpMkLst>
            <pc:docMk/>
            <pc:sldMk cId="3601829480" sldId="260"/>
            <ac:cxnSpMk id="106" creationId="{367B6F0B-1F0E-9BB2-A188-C5E687862AA6}"/>
          </ac:cxnSpMkLst>
        </pc:cxnChg>
        <pc:cxnChg chg="mod">
          <ac:chgData name="Li, Hanchen F" userId="3aee791e-6a2d-4da7-a77b-fbdf7bf15886" providerId="ADAL" clId="{1EA8FAE0-933A-49DD-A724-68A18B8AE880}" dt="2026-03-26T13:03:00.988" v="3488" actId="14100"/>
          <ac:cxnSpMkLst>
            <pc:docMk/>
            <pc:sldMk cId="3601829480" sldId="260"/>
            <ac:cxnSpMk id="118" creationId="{FADF621A-A40E-F801-D6BD-44BCB595F9FA}"/>
          </ac:cxnSpMkLst>
        </pc:cxnChg>
        <pc:cxnChg chg="mod">
          <ac:chgData name="Li, Hanchen F" userId="3aee791e-6a2d-4da7-a77b-fbdf7bf15886" providerId="ADAL" clId="{1EA8FAE0-933A-49DD-A724-68A18B8AE880}" dt="2026-03-26T13:08:38.650" v="3588" actId="14100"/>
          <ac:cxnSpMkLst>
            <pc:docMk/>
            <pc:sldMk cId="3601829480" sldId="260"/>
            <ac:cxnSpMk id="119" creationId="{116040EE-5590-EDE1-2067-00412E180FFB}"/>
          </ac:cxnSpMkLst>
        </pc:cxnChg>
        <pc:cxnChg chg="mod topLvl">
          <ac:chgData name="Li, Hanchen F" userId="3aee791e-6a2d-4da7-a77b-fbdf7bf15886" providerId="ADAL" clId="{1EA8FAE0-933A-49DD-A724-68A18B8AE880}" dt="2026-03-26T13:04:53.163" v="3528" actId="478"/>
          <ac:cxnSpMkLst>
            <pc:docMk/>
            <pc:sldMk cId="3601829480" sldId="260"/>
            <ac:cxnSpMk id="140" creationId="{C7B6B979-85D8-D7CC-B537-7B16ED999594}"/>
          </ac:cxnSpMkLst>
        </pc:cxnChg>
        <pc:cxnChg chg="add del mod topLvl">
          <ac:chgData name="Li, Hanchen F" userId="3aee791e-6a2d-4da7-a77b-fbdf7bf15886" providerId="ADAL" clId="{1EA8FAE0-933A-49DD-A724-68A18B8AE880}" dt="2026-03-26T13:06:41.473" v="3550" actId="14100"/>
          <ac:cxnSpMkLst>
            <pc:docMk/>
            <pc:sldMk cId="3601829480" sldId="260"/>
            <ac:cxnSpMk id="141" creationId="{532268C6-1CF2-232B-3609-71DF18EADE88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mperiallondon-my.sharepoint.com/personal/hl3422_ic_ac_uk/Documents/Year%204/Final%20Year%20Project/02%20-%20Experiment/01%20-%20Thermal/Thermal%20Measurements%20-%20&#21103;&#264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60184165898858"/>
          <c:y val="3.1839382189102636E-2"/>
          <c:w val="0.72190968363807584"/>
          <c:h val="0.83226655174954467"/>
        </c:manualLayout>
      </c:layout>
      <c:scatterChart>
        <c:scatterStyle val="lineMarker"/>
        <c:varyColors val="0"/>
        <c:ser>
          <c:idx val="0"/>
          <c:order val="0"/>
          <c:tx>
            <c:v>y = 4.8</c:v>
          </c:tx>
          <c:spPr>
            <a:ln w="1905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z!$A$14:$O$14</c:f>
              <c:numCache>
                <c:formatCode>General</c:formatCode>
                <c:ptCount val="15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4.8</c:v>
                </c:pt>
                <c:pt idx="4">
                  <c:v>4.8</c:v>
                </c:pt>
                <c:pt idx="5">
                  <c:v>4.8</c:v>
                </c:pt>
                <c:pt idx="6">
                  <c:v>4.8</c:v>
                </c:pt>
                <c:pt idx="7">
                  <c:v>4.8</c:v>
                </c:pt>
                <c:pt idx="8">
                  <c:v>4.8</c:v>
                </c:pt>
                <c:pt idx="9">
                  <c:v>4.8</c:v>
                </c:pt>
                <c:pt idx="10">
                  <c:v>4.8</c:v>
                </c:pt>
                <c:pt idx="11">
                  <c:v>4.8</c:v>
                </c:pt>
                <c:pt idx="12">
                  <c:v>4.8</c:v>
                </c:pt>
                <c:pt idx="13">
                  <c:v>4.8</c:v>
                </c:pt>
                <c:pt idx="14">
                  <c:v>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DA0-45B9-B360-91FA41A91204}"/>
            </c:ext>
          </c:extLst>
        </c:ser>
        <c:ser>
          <c:idx val="1"/>
          <c:order val="1"/>
          <c:tx>
            <c:v>y = 4.4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z!$A$13:$O$13</c:f>
              <c:numCache>
                <c:formatCode>General</c:formatCode>
                <c:ptCount val="15"/>
                <c:pt idx="0">
                  <c:v>4.3999999999999995</c:v>
                </c:pt>
                <c:pt idx="1">
                  <c:v>4.3999999999999995</c:v>
                </c:pt>
                <c:pt idx="2">
                  <c:v>4.3999999999999995</c:v>
                </c:pt>
                <c:pt idx="3">
                  <c:v>4.3999999999999995</c:v>
                </c:pt>
                <c:pt idx="4">
                  <c:v>4.3999999999999995</c:v>
                </c:pt>
                <c:pt idx="5">
                  <c:v>4.3999999999999995</c:v>
                </c:pt>
                <c:pt idx="6">
                  <c:v>4.3999999999999995</c:v>
                </c:pt>
                <c:pt idx="7">
                  <c:v>4.3999999999999995</c:v>
                </c:pt>
                <c:pt idx="8">
                  <c:v>4.3999999999999995</c:v>
                </c:pt>
                <c:pt idx="9">
                  <c:v>4.3999999999999995</c:v>
                </c:pt>
                <c:pt idx="10">
                  <c:v>4.3999999999999995</c:v>
                </c:pt>
                <c:pt idx="11">
                  <c:v>4.3999999999999995</c:v>
                </c:pt>
                <c:pt idx="12">
                  <c:v>4.3999999999999995</c:v>
                </c:pt>
                <c:pt idx="13">
                  <c:v>4.3999999999999995</c:v>
                </c:pt>
                <c:pt idx="14">
                  <c:v>4.3999999999999995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DA0-45B9-B360-91FA41A91204}"/>
            </c:ext>
          </c:extLst>
        </c:ser>
        <c:ser>
          <c:idx val="3"/>
          <c:order val="2"/>
          <c:tx>
            <c:v>y = 3.6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z!$A$11:$O$11</c:f>
              <c:numCache>
                <c:formatCode>General</c:formatCode>
                <c:ptCount val="15"/>
                <c:pt idx="0">
                  <c:v>3.5999999999999996</c:v>
                </c:pt>
                <c:pt idx="1">
                  <c:v>3.5999999999999996</c:v>
                </c:pt>
                <c:pt idx="2">
                  <c:v>3.5999999999999996</c:v>
                </c:pt>
                <c:pt idx="3">
                  <c:v>3.5999999999999996</c:v>
                </c:pt>
                <c:pt idx="4">
                  <c:v>3.5999999999999996</c:v>
                </c:pt>
                <c:pt idx="5">
                  <c:v>3.5999999999999996</c:v>
                </c:pt>
                <c:pt idx="6">
                  <c:v>3.5999999999999996</c:v>
                </c:pt>
                <c:pt idx="7">
                  <c:v>3.5999999999999996</c:v>
                </c:pt>
                <c:pt idx="8">
                  <c:v>3.5999999999999996</c:v>
                </c:pt>
                <c:pt idx="9">
                  <c:v>3.5999999999999996</c:v>
                </c:pt>
                <c:pt idx="10">
                  <c:v>3.5999999999999996</c:v>
                </c:pt>
                <c:pt idx="11">
                  <c:v>3.5999999999999996</c:v>
                </c:pt>
                <c:pt idx="12">
                  <c:v>3.5999999999999996</c:v>
                </c:pt>
                <c:pt idx="13">
                  <c:v>3.5999999999999996</c:v>
                </c:pt>
                <c:pt idx="14">
                  <c:v>3.5999999999999996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DA0-45B9-B360-91FA41A91204}"/>
            </c:ext>
          </c:extLst>
        </c:ser>
        <c:ser>
          <c:idx val="2"/>
          <c:order val="3"/>
          <c:tx>
            <c:v>y = 4.0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z!$A$12:$O$12</c:f>
              <c:numCache>
                <c:formatCode>General</c:formatCode>
                <c:ptCount val="15"/>
                <c:pt idx="0">
                  <c:v>3.9999999999999996</c:v>
                </c:pt>
                <c:pt idx="1">
                  <c:v>3.9999999999999996</c:v>
                </c:pt>
                <c:pt idx="2">
                  <c:v>3.9999999999999996</c:v>
                </c:pt>
                <c:pt idx="3">
                  <c:v>3.9999999999999996</c:v>
                </c:pt>
                <c:pt idx="4">
                  <c:v>3.9999999999999996</c:v>
                </c:pt>
                <c:pt idx="5">
                  <c:v>3.9999999999999996</c:v>
                </c:pt>
                <c:pt idx="6">
                  <c:v>3.9999999999999996</c:v>
                </c:pt>
                <c:pt idx="7">
                  <c:v>3.9999999999999996</c:v>
                </c:pt>
                <c:pt idx="8">
                  <c:v>3.9999999999999996</c:v>
                </c:pt>
                <c:pt idx="9">
                  <c:v>3.9999999999999996</c:v>
                </c:pt>
                <c:pt idx="10">
                  <c:v>3.9999999999999996</c:v>
                </c:pt>
                <c:pt idx="11">
                  <c:v>3.9999999999999996</c:v>
                </c:pt>
                <c:pt idx="12">
                  <c:v>3.9999999999999996</c:v>
                </c:pt>
                <c:pt idx="13">
                  <c:v>3.9999999999999996</c:v>
                </c:pt>
                <c:pt idx="14">
                  <c:v>3.9999999999999996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DA0-45B9-B360-91FA41A91204}"/>
            </c:ext>
          </c:extLst>
        </c:ser>
        <c:ser>
          <c:idx val="4"/>
          <c:order val="4"/>
          <c:tx>
            <c:v>y = 3.2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dPt>
            <c:idx val="0"/>
            <c:marker>
              <c:symbol val="x"/>
              <c:size val="10"/>
              <c:spPr>
                <a:noFill/>
                <a:ln w="19050">
                  <a:solidFill>
                    <a:srgbClr val="692F7C"/>
                  </a:solidFill>
                </a:ln>
                <a:effectLst/>
              </c:spPr>
            </c:marker>
            <c:bubble3D val="0"/>
            <c:spPr>
              <a:ln w="25400" cap="rnd">
                <a:solidFill>
                  <a:srgbClr val="D96558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0-2043-4A5F-AE33-EC22948FF6E8}"/>
              </c:ext>
            </c:extLst>
          </c:dPt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z!$A$10:$O$10</c:f>
              <c:numCache>
                <c:formatCode>General</c:formatCode>
                <c:ptCount val="15"/>
                <c:pt idx="0">
                  <c:v>3.1999999999999997</c:v>
                </c:pt>
                <c:pt idx="1">
                  <c:v>3.1999999999999997</c:v>
                </c:pt>
                <c:pt idx="2">
                  <c:v>3.1999999999999997</c:v>
                </c:pt>
                <c:pt idx="3">
                  <c:v>3.1999999999999997</c:v>
                </c:pt>
                <c:pt idx="4">
                  <c:v>3.1999999999999997</c:v>
                </c:pt>
                <c:pt idx="5">
                  <c:v>3.1999999999999997</c:v>
                </c:pt>
                <c:pt idx="6">
                  <c:v>3.1999999999999997</c:v>
                </c:pt>
                <c:pt idx="7">
                  <c:v>3.1999999999999997</c:v>
                </c:pt>
                <c:pt idx="8">
                  <c:v>3.1999999999999997</c:v>
                </c:pt>
                <c:pt idx="9">
                  <c:v>3.1999999999999997</c:v>
                </c:pt>
                <c:pt idx="10">
                  <c:v>3.1999999999999997</c:v>
                </c:pt>
                <c:pt idx="11">
                  <c:v>3.1999999999999997</c:v>
                </c:pt>
                <c:pt idx="12">
                  <c:v>3.1999999999999997</c:v>
                </c:pt>
                <c:pt idx="13">
                  <c:v>3.1999999999999997</c:v>
                </c:pt>
                <c:pt idx="14">
                  <c:v>3.1999999999999997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DA0-45B9-B360-91FA41A91204}"/>
            </c:ext>
          </c:extLst>
        </c:ser>
        <c:ser>
          <c:idx val="5"/>
          <c:order val="5"/>
          <c:tx>
            <c:v>y = 2.8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z!$A$9:$O$9</c:f>
              <c:numCache>
                <c:formatCode>General</c:formatCode>
                <c:ptCount val="15"/>
                <c:pt idx="0">
                  <c:v>2.8</c:v>
                </c:pt>
                <c:pt idx="1">
                  <c:v>2.8</c:v>
                </c:pt>
                <c:pt idx="2">
                  <c:v>2.8</c:v>
                </c:pt>
                <c:pt idx="3">
                  <c:v>2.8</c:v>
                </c:pt>
                <c:pt idx="4">
                  <c:v>2.8</c:v>
                </c:pt>
                <c:pt idx="5">
                  <c:v>2.8</c:v>
                </c:pt>
                <c:pt idx="6">
                  <c:v>2.8</c:v>
                </c:pt>
                <c:pt idx="7">
                  <c:v>2.8</c:v>
                </c:pt>
                <c:pt idx="8">
                  <c:v>2.8</c:v>
                </c:pt>
                <c:pt idx="9">
                  <c:v>2.8</c:v>
                </c:pt>
                <c:pt idx="10">
                  <c:v>2.8</c:v>
                </c:pt>
                <c:pt idx="11">
                  <c:v>2.8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DA0-45B9-B360-91FA41A91204}"/>
            </c:ext>
          </c:extLst>
        </c:ser>
        <c:ser>
          <c:idx val="6"/>
          <c:order val="6"/>
          <c:tx>
            <c:v>y = 2.4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z!$A$8:$O$8</c:f>
              <c:numCache>
                <c:formatCode>General</c:formatCode>
                <c:ptCount val="15"/>
                <c:pt idx="0">
                  <c:v>2.4</c:v>
                </c:pt>
                <c:pt idx="1">
                  <c:v>2.4</c:v>
                </c:pt>
                <c:pt idx="2">
                  <c:v>2.4</c:v>
                </c:pt>
                <c:pt idx="3">
                  <c:v>2.4</c:v>
                </c:pt>
                <c:pt idx="4">
                  <c:v>2.4</c:v>
                </c:pt>
                <c:pt idx="5">
                  <c:v>2.4</c:v>
                </c:pt>
                <c:pt idx="6">
                  <c:v>2.4</c:v>
                </c:pt>
                <c:pt idx="7">
                  <c:v>2.4</c:v>
                </c:pt>
                <c:pt idx="8">
                  <c:v>2.4</c:v>
                </c:pt>
                <c:pt idx="9">
                  <c:v>2.4</c:v>
                </c:pt>
                <c:pt idx="10">
                  <c:v>2.4</c:v>
                </c:pt>
                <c:pt idx="11">
                  <c:v>2.4</c:v>
                </c:pt>
                <c:pt idx="12">
                  <c:v>2.4</c:v>
                </c:pt>
                <c:pt idx="13">
                  <c:v>2.4</c:v>
                </c:pt>
                <c:pt idx="14">
                  <c:v>2.4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BDA0-45B9-B360-91FA41A91204}"/>
            </c:ext>
          </c:extLst>
        </c:ser>
        <c:ser>
          <c:idx val="7"/>
          <c:order val="7"/>
          <c:tx>
            <c:v>y = 2.0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z!$A$7:$O$7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BDA0-45B9-B360-91FA41A91204}"/>
            </c:ext>
          </c:extLst>
        </c:ser>
        <c:ser>
          <c:idx val="8"/>
          <c:order val="8"/>
          <c:tx>
            <c:v>y = 1.6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z!$A$6:$O$6</c:f>
              <c:numCache>
                <c:formatCode>General</c:formatCode>
                <c:ptCount val="15"/>
                <c:pt idx="0">
                  <c:v>1.6</c:v>
                </c:pt>
                <c:pt idx="1">
                  <c:v>1.6</c:v>
                </c:pt>
                <c:pt idx="2">
                  <c:v>1.6</c:v>
                </c:pt>
                <c:pt idx="3">
                  <c:v>1.6</c:v>
                </c:pt>
                <c:pt idx="4">
                  <c:v>1.6</c:v>
                </c:pt>
                <c:pt idx="5">
                  <c:v>1.6</c:v>
                </c:pt>
                <c:pt idx="6">
                  <c:v>1.6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1.6</c:v>
                </c:pt>
                <c:pt idx="11">
                  <c:v>1.6</c:v>
                </c:pt>
                <c:pt idx="12">
                  <c:v>1.6</c:v>
                </c:pt>
                <c:pt idx="13">
                  <c:v>1.6</c:v>
                </c:pt>
                <c:pt idx="14">
                  <c:v>1.6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BDA0-45B9-B360-91FA41A91204}"/>
            </c:ext>
          </c:extLst>
        </c:ser>
        <c:ser>
          <c:idx val="9"/>
          <c:order val="9"/>
          <c:tx>
            <c:v>y = 1.2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z!$A$5:$O$5</c:f>
              <c:numCache>
                <c:formatCode>General</c:formatCode>
                <c:ptCount val="15"/>
                <c:pt idx="0">
                  <c:v>1.2000000000000002</c:v>
                </c:pt>
                <c:pt idx="1">
                  <c:v>1.2000000000000002</c:v>
                </c:pt>
                <c:pt idx="2">
                  <c:v>1.2000000000000002</c:v>
                </c:pt>
                <c:pt idx="3">
                  <c:v>1.2000000000000002</c:v>
                </c:pt>
                <c:pt idx="4">
                  <c:v>1.2000000000000002</c:v>
                </c:pt>
                <c:pt idx="5">
                  <c:v>1.2000000000000002</c:v>
                </c:pt>
                <c:pt idx="6">
                  <c:v>1.2000000000000002</c:v>
                </c:pt>
                <c:pt idx="7">
                  <c:v>1.2000000000000002</c:v>
                </c:pt>
                <c:pt idx="8">
                  <c:v>1.2000000000000002</c:v>
                </c:pt>
                <c:pt idx="9">
                  <c:v>1.2000000000000002</c:v>
                </c:pt>
                <c:pt idx="10">
                  <c:v>1.2000000000000002</c:v>
                </c:pt>
                <c:pt idx="11">
                  <c:v>1.2000000000000002</c:v>
                </c:pt>
                <c:pt idx="12">
                  <c:v>1.2000000000000002</c:v>
                </c:pt>
                <c:pt idx="13">
                  <c:v>1.2000000000000002</c:v>
                </c:pt>
                <c:pt idx="14">
                  <c:v>1.2000000000000002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BDA0-45B9-B360-91FA41A91204}"/>
            </c:ext>
          </c:extLst>
        </c:ser>
        <c:ser>
          <c:idx val="10"/>
          <c:order val="10"/>
          <c:tx>
            <c:v>y = 0.8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z!$A$4:$O$4</c:f>
              <c:numCache>
                <c:formatCode>General</c:formatCode>
                <c:ptCount val="15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BDA0-45B9-B360-91FA41A91204}"/>
            </c:ext>
          </c:extLst>
        </c:ser>
        <c:ser>
          <c:idx val="11"/>
          <c:order val="11"/>
          <c:tx>
            <c:v>y = 0.4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z!$A$3:$O$3</c:f>
              <c:numCache>
                <c:formatCode>General</c:formatCode>
                <c:ptCount val="15"/>
                <c:pt idx="0">
                  <c:v>0.4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BDA0-45B9-B360-91FA41A91204}"/>
            </c:ext>
          </c:extLst>
        </c:ser>
        <c:ser>
          <c:idx val="12"/>
          <c:order val="12"/>
          <c:tx>
            <c:v>y = 0.0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z!$A$2:$O$2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BDA0-45B9-B360-91FA41A91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9659199"/>
        <c:axId val="419653439"/>
      </c:scatterChart>
      <c:valAx>
        <c:axId val="419659199"/>
        <c:scaling>
          <c:orientation val="minMax"/>
          <c:max val="8.4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low"/>
        <c:spPr>
          <a:solidFill>
            <a:schemeClr val="bg1">
              <a:alpha val="50000"/>
            </a:schemeClr>
          </a:solidFill>
          <a:ln w="12700" cap="flat" cmpd="sng" algn="ctr">
            <a:solidFill>
              <a:schemeClr val="tx1"/>
            </a:solidFill>
            <a:prstDash val="lgDash"/>
            <a:round/>
            <a:headEnd type="none"/>
            <a:tailEnd type="stealth" w="lg" len="me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pPr>
            <a:endParaRPr lang="zh-CN"/>
          </a:p>
        </c:txPr>
        <c:crossAx val="419653439"/>
        <c:crosses val="autoZero"/>
        <c:crossBetween val="midCat"/>
        <c:majorUnit val="0.60000000000000009"/>
      </c:valAx>
      <c:valAx>
        <c:axId val="419653439"/>
        <c:scaling>
          <c:orientation val="minMax"/>
          <c:max val="4.8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prstDash val="lgDash"/>
            <a:round/>
            <a:tailEnd type="stealth" w="lg" len="me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pPr>
            <a:endParaRPr lang="zh-CN"/>
          </a:p>
        </c:txPr>
        <c:crossAx val="419659199"/>
        <c:crossesAt val="0"/>
        <c:crossBetween val="midCat"/>
        <c:majorUnit val="0.8"/>
      </c:valAx>
      <c:spPr>
        <a:noFill/>
        <a:ln>
          <a:noFill/>
          <a:prstDash val="lgDash"/>
        </a:ln>
        <a:effectLst/>
      </c:spPr>
    </c:plotArea>
    <c:legend>
      <c:legendPos val="r"/>
      <c:legendEntry>
        <c:idx val="0"/>
        <c:delete val="1"/>
      </c:legendEntry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legendEntry>
        <c:idx val="11"/>
        <c:delete val="1"/>
      </c:legendEntry>
      <c:layout>
        <c:manualLayout>
          <c:xMode val="edge"/>
          <c:yMode val="edge"/>
          <c:x val="0"/>
          <c:y val="5.7819104914420445E-3"/>
          <c:w val="7.9712911402613024E-2"/>
          <c:h val="9.22646840607324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F1088C5-931A-42D2-8AA4-FA289862AAD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5408"/>
            <a:ext cx="568198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7739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3" y="9721108"/>
            <a:ext cx="3077739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F077E88-3244-4C0E-BEFE-A6A75CD3D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7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7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13B0-B16B-5B62-2251-5769C5A2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3FE6D-2F51-AB2F-7FF0-404D9F77C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F446AF-0A6B-28DE-4C06-6D6F7F9B5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2A30AE-BE16-36AC-44A7-958E67F37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445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95781-E18C-33FC-9A52-2115B3DE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5AEFA7-8265-7C89-EA14-636900BBD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717B9C-7937-D60C-00ED-B5C447712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46AAF7-B05D-9227-9BE4-91C24C34B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1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80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40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02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35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87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35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0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94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F1464-0EA4-453D-A90B-03B04D24440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CF4D6442-279A-1F66-4C8D-976C1626D541}"/>
              </a:ext>
            </a:extLst>
          </p:cNvPr>
          <p:cNvGrpSpPr/>
          <p:nvPr/>
        </p:nvGrpSpPr>
        <p:grpSpPr>
          <a:xfrm>
            <a:off x="1159290" y="4441202"/>
            <a:ext cx="1252365" cy="1466011"/>
            <a:chOff x="477462" y="5023578"/>
            <a:chExt cx="1252365" cy="1466011"/>
          </a:xfrm>
        </p:grpSpPr>
        <p:sp>
          <p:nvSpPr>
            <p:cNvPr id="34" name="流程图: 汇总连接 33">
              <a:extLst>
                <a:ext uri="{FF2B5EF4-FFF2-40B4-BE49-F238E27FC236}">
                  <a16:creationId xmlns:a16="http://schemas.microsoft.com/office/drawing/2014/main" id="{DAC5D89C-F766-7D0F-FCA2-402D1B167185}"/>
                </a:ext>
              </a:extLst>
            </p:cNvPr>
            <p:cNvSpPr/>
            <p:nvPr/>
          </p:nvSpPr>
          <p:spPr>
            <a:xfrm>
              <a:off x="764580" y="6049510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03005AD2-FAEE-A3BD-EACA-A8E9003305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622" y="5516033"/>
              <a:ext cx="494" cy="5282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02F4E31-7EA7-6B75-9ACE-39CD2E8DB40E}"/>
                </a:ext>
              </a:extLst>
            </p:cNvPr>
            <p:cNvSpPr txBox="1"/>
            <p:nvPr/>
          </p:nvSpPr>
          <p:spPr>
            <a:xfrm>
              <a:off x="1416921" y="58979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x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B07C5D8-3065-F5BF-3A74-7AD5451EE6AD}"/>
                </a:ext>
              </a:extLst>
            </p:cNvPr>
            <p:cNvSpPr txBox="1"/>
            <p:nvPr/>
          </p:nvSpPr>
          <p:spPr>
            <a:xfrm>
              <a:off x="477462" y="60894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z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995A01D-10ED-5ECA-D010-5A4CCFD2D214}"/>
                </a:ext>
              </a:extLst>
            </p:cNvPr>
            <p:cNvSpPr txBox="1"/>
            <p:nvPr/>
          </p:nvSpPr>
          <p:spPr>
            <a:xfrm>
              <a:off x="666794" y="50235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y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53D6D9E-F39D-7579-D71C-9DABD11CE2B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52546" y="5846739"/>
              <a:ext cx="494" cy="5282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8080A1F-9765-DCA2-CA3E-32533EBD40F1}"/>
              </a:ext>
            </a:extLst>
          </p:cNvPr>
          <p:cNvCxnSpPr>
            <a:cxnSpLocks/>
          </p:cNvCxnSpPr>
          <p:nvPr/>
        </p:nvCxnSpPr>
        <p:spPr>
          <a:xfrm>
            <a:off x="9357702" y="2175998"/>
            <a:ext cx="972245" cy="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9042C0EE-CADB-09A5-14D4-ECBC1C764CA6}"/>
              </a:ext>
            </a:extLst>
          </p:cNvPr>
          <p:cNvCxnSpPr>
            <a:cxnSpLocks/>
          </p:cNvCxnSpPr>
          <p:nvPr/>
        </p:nvCxnSpPr>
        <p:spPr>
          <a:xfrm>
            <a:off x="10715895" y="1464222"/>
            <a:ext cx="0" cy="3887998"/>
          </a:xfrm>
          <a:prstGeom prst="straightConnector1">
            <a:avLst/>
          </a:prstGeom>
          <a:ln w="19050">
            <a:solidFill>
              <a:srgbClr val="692F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76286FC-4A81-CCDC-EDDC-6A5438AA0DE1}"/>
              </a:ext>
            </a:extLst>
          </p:cNvPr>
          <p:cNvSpPr txBox="1"/>
          <p:nvPr/>
        </p:nvSpPr>
        <p:spPr>
          <a:xfrm>
            <a:off x="10331675" y="3238944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692F7C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4.80 m</a:t>
            </a:r>
            <a:endParaRPr lang="zh-CN" altLang="en-US" sz="1600" baseline="-25000" dirty="0">
              <a:solidFill>
                <a:srgbClr val="692F7C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DFE06E0-995C-4068-A809-66F653A6E67E}"/>
              </a:ext>
            </a:extLst>
          </p:cNvPr>
          <p:cNvCxnSpPr>
            <a:cxnSpLocks/>
          </p:cNvCxnSpPr>
          <p:nvPr/>
        </p:nvCxnSpPr>
        <p:spPr>
          <a:xfrm>
            <a:off x="3524238" y="1189054"/>
            <a:ext cx="6803242" cy="0"/>
          </a:xfrm>
          <a:prstGeom prst="straightConnector1">
            <a:avLst/>
          </a:prstGeom>
          <a:ln w="19050">
            <a:solidFill>
              <a:srgbClr val="692F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CD7D3ED-91AC-3828-FD63-B770D15ABCE1}"/>
              </a:ext>
            </a:extLst>
          </p:cNvPr>
          <p:cNvSpPr txBox="1"/>
          <p:nvPr/>
        </p:nvSpPr>
        <p:spPr>
          <a:xfrm>
            <a:off x="6703267" y="1019777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692F7C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8.40 m</a:t>
            </a:r>
            <a:endParaRPr lang="zh-CN" altLang="en-US" sz="1600" baseline="-25000" dirty="0">
              <a:solidFill>
                <a:srgbClr val="692F7C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9275A5-2535-6F2D-67E9-ADB51B7DA3D0}"/>
              </a:ext>
            </a:extLst>
          </p:cNvPr>
          <p:cNvSpPr/>
          <p:nvPr/>
        </p:nvSpPr>
        <p:spPr>
          <a:xfrm>
            <a:off x="9357704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E6F187-1BCB-4791-5DE8-FFFDE759331C}"/>
              </a:ext>
            </a:extLst>
          </p:cNvPr>
          <p:cNvSpPr/>
          <p:nvPr/>
        </p:nvSpPr>
        <p:spPr>
          <a:xfrm>
            <a:off x="8384150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41F771-028A-52A9-140C-32B2CB578395}"/>
              </a:ext>
            </a:extLst>
          </p:cNvPr>
          <p:cNvSpPr/>
          <p:nvPr/>
        </p:nvSpPr>
        <p:spPr>
          <a:xfrm>
            <a:off x="7411913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894A62-40AC-3DB5-2D3B-89D6B68B1DE4}"/>
              </a:ext>
            </a:extLst>
          </p:cNvPr>
          <p:cNvSpPr/>
          <p:nvPr/>
        </p:nvSpPr>
        <p:spPr>
          <a:xfrm>
            <a:off x="6439672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0E6C4F-6318-CAA3-A057-C2EE496ED0C3}"/>
              </a:ext>
            </a:extLst>
          </p:cNvPr>
          <p:cNvSpPr/>
          <p:nvPr/>
        </p:nvSpPr>
        <p:spPr>
          <a:xfrm>
            <a:off x="5467431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F60072-A859-99AE-3F9E-CCE49529D4B6}"/>
              </a:ext>
            </a:extLst>
          </p:cNvPr>
          <p:cNvSpPr/>
          <p:nvPr/>
        </p:nvSpPr>
        <p:spPr>
          <a:xfrm>
            <a:off x="4495190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274BB4-BC49-B77D-FE97-E6C0397D62B0}"/>
              </a:ext>
            </a:extLst>
          </p:cNvPr>
          <p:cNvSpPr/>
          <p:nvPr/>
        </p:nvSpPr>
        <p:spPr>
          <a:xfrm>
            <a:off x="9357705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0FA24B-AB9D-3C2D-21A4-B24B372EBF1F}"/>
              </a:ext>
            </a:extLst>
          </p:cNvPr>
          <p:cNvSpPr/>
          <p:nvPr/>
        </p:nvSpPr>
        <p:spPr>
          <a:xfrm>
            <a:off x="8385460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A7663E-BB68-F410-6926-339F2569AF89}"/>
              </a:ext>
            </a:extLst>
          </p:cNvPr>
          <p:cNvSpPr/>
          <p:nvPr/>
        </p:nvSpPr>
        <p:spPr>
          <a:xfrm>
            <a:off x="7413216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5BE35D-EE19-8DE3-ADED-F656B5BD189D}"/>
              </a:ext>
            </a:extLst>
          </p:cNvPr>
          <p:cNvSpPr/>
          <p:nvPr/>
        </p:nvSpPr>
        <p:spPr>
          <a:xfrm>
            <a:off x="6440972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057F11-740F-B258-587C-019F31519238}"/>
              </a:ext>
            </a:extLst>
          </p:cNvPr>
          <p:cNvSpPr/>
          <p:nvPr/>
        </p:nvSpPr>
        <p:spPr>
          <a:xfrm>
            <a:off x="5468727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1E828C-8A6C-BDD0-AC7B-5F78BE7372ED}"/>
              </a:ext>
            </a:extLst>
          </p:cNvPr>
          <p:cNvSpPr/>
          <p:nvPr/>
        </p:nvSpPr>
        <p:spPr>
          <a:xfrm>
            <a:off x="4496484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6E059C-381F-E918-4E56-098CCB6CF11E}"/>
              </a:ext>
            </a:extLst>
          </p:cNvPr>
          <p:cNvSpPr/>
          <p:nvPr/>
        </p:nvSpPr>
        <p:spPr>
          <a:xfrm>
            <a:off x="3522949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2395E9-1B91-3FE8-060C-A52323E240B5}"/>
              </a:ext>
            </a:extLst>
          </p:cNvPr>
          <p:cNvSpPr/>
          <p:nvPr/>
        </p:nvSpPr>
        <p:spPr>
          <a:xfrm rot="5400000">
            <a:off x="9114873" y="4137220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482BBB-5F1C-9761-79F4-A4BC3EBC390B}"/>
              </a:ext>
            </a:extLst>
          </p:cNvPr>
          <p:cNvSpPr/>
          <p:nvPr/>
        </p:nvSpPr>
        <p:spPr>
          <a:xfrm rot="5400000">
            <a:off x="7656399" y="4137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83B023-53CF-6828-3169-57B6F6FDF081}"/>
              </a:ext>
            </a:extLst>
          </p:cNvPr>
          <p:cNvSpPr/>
          <p:nvPr/>
        </p:nvSpPr>
        <p:spPr>
          <a:xfrm rot="5400000">
            <a:off x="6197849" y="4137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09735E-1D0B-D0B2-7E6F-FB2530423FE9}"/>
              </a:ext>
            </a:extLst>
          </p:cNvPr>
          <p:cNvSpPr/>
          <p:nvPr/>
        </p:nvSpPr>
        <p:spPr>
          <a:xfrm rot="5400000">
            <a:off x="4739849" y="4137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6681A8-BA49-E5FE-E98F-F9F8C6A4E824}"/>
              </a:ext>
            </a:extLst>
          </p:cNvPr>
          <p:cNvSpPr/>
          <p:nvPr/>
        </p:nvSpPr>
        <p:spPr>
          <a:xfrm rot="10800000">
            <a:off x="3522661" y="4380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32803E5-D635-0852-DFD8-0D3CD477435D}"/>
              </a:ext>
            </a:extLst>
          </p:cNvPr>
          <p:cNvCxnSpPr>
            <a:cxnSpLocks/>
            <a:stCxn id="13" idx="0"/>
            <a:endCxn id="13" idx="2"/>
          </p:cNvCxnSpPr>
          <p:nvPr/>
        </p:nvCxnSpPr>
        <p:spPr>
          <a:xfrm>
            <a:off x="9843828" y="2922222"/>
            <a:ext cx="0" cy="145800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D4E2EF8-669F-A13E-E82A-4D6C82A96856}"/>
              </a:ext>
            </a:extLst>
          </p:cNvPr>
          <p:cNvSpPr txBox="1"/>
          <p:nvPr/>
        </p:nvSpPr>
        <p:spPr>
          <a:xfrm>
            <a:off x="9437304" y="3481944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1.80 m</a:t>
            </a:r>
            <a:endParaRPr lang="zh-CN" altLang="en-US" sz="1600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3E0CCD-375A-AF72-CE87-0F13F7941500}"/>
              </a:ext>
            </a:extLst>
          </p:cNvPr>
          <p:cNvSpPr txBox="1"/>
          <p:nvPr/>
        </p:nvSpPr>
        <p:spPr>
          <a:xfrm>
            <a:off x="9420123" y="1837446"/>
            <a:ext cx="8474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1.20 m</a:t>
            </a:r>
            <a:endParaRPr lang="zh-CN" altLang="en-US" sz="1600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457877DB-DC3E-EE3F-C769-B0592D9ECA39}"/>
              </a:ext>
            </a:extLst>
          </p:cNvPr>
          <p:cNvCxnSpPr>
            <a:cxnSpLocks/>
          </p:cNvCxnSpPr>
          <p:nvPr/>
        </p:nvCxnSpPr>
        <p:spPr>
          <a:xfrm flipH="1">
            <a:off x="10431284" y="5352220"/>
            <a:ext cx="579124" cy="0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92FBC2CE-D479-7095-DF70-42429BBA047F}"/>
              </a:ext>
            </a:extLst>
          </p:cNvPr>
          <p:cNvCxnSpPr>
            <a:cxnSpLocks/>
          </p:cNvCxnSpPr>
          <p:nvPr/>
        </p:nvCxnSpPr>
        <p:spPr>
          <a:xfrm>
            <a:off x="10327480" y="1019777"/>
            <a:ext cx="0" cy="338554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FBDD178E-1E33-3C34-0998-888BA31F4CAC}"/>
              </a:ext>
            </a:extLst>
          </p:cNvPr>
          <p:cNvCxnSpPr>
            <a:cxnSpLocks/>
          </p:cNvCxnSpPr>
          <p:nvPr/>
        </p:nvCxnSpPr>
        <p:spPr>
          <a:xfrm flipH="1">
            <a:off x="10431284" y="1464222"/>
            <a:ext cx="579124" cy="0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D29CC4EF-1A19-A5F1-A7DC-689DDB175889}"/>
              </a:ext>
            </a:extLst>
          </p:cNvPr>
          <p:cNvCxnSpPr>
            <a:cxnSpLocks/>
          </p:cNvCxnSpPr>
          <p:nvPr/>
        </p:nvCxnSpPr>
        <p:spPr>
          <a:xfrm>
            <a:off x="3524238" y="1019777"/>
            <a:ext cx="0" cy="338554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F59C657-5F5A-2F68-789F-C0AD9E28364C}"/>
              </a:ext>
            </a:extLst>
          </p:cNvPr>
          <p:cNvSpPr/>
          <p:nvPr/>
        </p:nvSpPr>
        <p:spPr>
          <a:xfrm>
            <a:off x="3524235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A24D53C-EA98-C10B-A6A5-0BB7FAAA8ADF}"/>
              </a:ext>
            </a:extLst>
          </p:cNvPr>
          <p:cNvSpPr/>
          <p:nvPr/>
        </p:nvSpPr>
        <p:spPr>
          <a:xfrm>
            <a:off x="3523723" y="1464222"/>
            <a:ext cx="6809875" cy="3887996"/>
          </a:xfrm>
          <a:prstGeom prst="rect">
            <a:avLst/>
          </a:prstGeom>
          <a:noFill/>
          <a:ln w="28575">
            <a:solidFill>
              <a:srgbClr val="692F7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7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F43A-627C-EDA6-2D19-3F5880A2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AE8C16B-C4DD-D435-FDBD-C0BA7ABFF70C}"/>
              </a:ext>
            </a:extLst>
          </p:cNvPr>
          <p:cNvGrpSpPr/>
          <p:nvPr/>
        </p:nvGrpSpPr>
        <p:grpSpPr>
          <a:xfrm>
            <a:off x="3765554" y="1310656"/>
            <a:ext cx="6807289" cy="4374000"/>
            <a:chOff x="3522661" y="1464222"/>
            <a:chExt cx="6807289" cy="4374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CAAAD34-FE6A-B9E4-A70D-F37D84D74315}"/>
                </a:ext>
              </a:extLst>
            </p:cNvPr>
            <p:cNvSpPr/>
            <p:nvPr/>
          </p:nvSpPr>
          <p:spPr>
            <a:xfrm>
              <a:off x="9357704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548E602-2A6A-1583-7E9D-68E8927BFAAB}"/>
                </a:ext>
              </a:extLst>
            </p:cNvPr>
            <p:cNvSpPr/>
            <p:nvPr/>
          </p:nvSpPr>
          <p:spPr>
            <a:xfrm>
              <a:off x="8384150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B01EF7E-AF13-A8A1-E930-32F21072984C}"/>
                </a:ext>
              </a:extLst>
            </p:cNvPr>
            <p:cNvSpPr/>
            <p:nvPr/>
          </p:nvSpPr>
          <p:spPr>
            <a:xfrm>
              <a:off x="7411913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7A0164A-455E-1448-122A-E94EE8457AA1}"/>
                </a:ext>
              </a:extLst>
            </p:cNvPr>
            <p:cNvSpPr/>
            <p:nvPr/>
          </p:nvSpPr>
          <p:spPr>
            <a:xfrm>
              <a:off x="6439672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7E3B4E7-49ED-F580-3335-31EE451F6996}"/>
                </a:ext>
              </a:extLst>
            </p:cNvPr>
            <p:cNvSpPr/>
            <p:nvPr/>
          </p:nvSpPr>
          <p:spPr>
            <a:xfrm>
              <a:off x="5467431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D9FACA-F8AE-3042-D0EA-572F51C160F5}"/>
                </a:ext>
              </a:extLst>
            </p:cNvPr>
            <p:cNvSpPr/>
            <p:nvPr/>
          </p:nvSpPr>
          <p:spPr>
            <a:xfrm>
              <a:off x="4495190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ED7651-D8FD-EEE2-B115-AA1AA02C3DD0}"/>
                </a:ext>
              </a:extLst>
            </p:cNvPr>
            <p:cNvSpPr/>
            <p:nvPr/>
          </p:nvSpPr>
          <p:spPr>
            <a:xfrm>
              <a:off x="9357705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8BABCF4-CF0F-B5B2-DC0A-3254C7737B40}"/>
                </a:ext>
              </a:extLst>
            </p:cNvPr>
            <p:cNvSpPr/>
            <p:nvPr/>
          </p:nvSpPr>
          <p:spPr>
            <a:xfrm>
              <a:off x="8385460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4E17905-0679-7A2C-AAA5-E015F3CB0F98}"/>
                </a:ext>
              </a:extLst>
            </p:cNvPr>
            <p:cNvSpPr/>
            <p:nvPr/>
          </p:nvSpPr>
          <p:spPr>
            <a:xfrm>
              <a:off x="7413216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AC4DF19-27EB-E32F-C04C-F1E56E98D9A4}"/>
                </a:ext>
              </a:extLst>
            </p:cNvPr>
            <p:cNvSpPr/>
            <p:nvPr/>
          </p:nvSpPr>
          <p:spPr>
            <a:xfrm>
              <a:off x="6440972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9D52C81-7FBB-DAD4-C052-CB3241FA0889}"/>
                </a:ext>
              </a:extLst>
            </p:cNvPr>
            <p:cNvSpPr/>
            <p:nvPr/>
          </p:nvSpPr>
          <p:spPr>
            <a:xfrm>
              <a:off x="5468727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A062692-E179-B8A5-228C-23FE0BDFB162}"/>
                </a:ext>
              </a:extLst>
            </p:cNvPr>
            <p:cNvSpPr/>
            <p:nvPr/>
          </p:nvSpPr>
          <p:spPr>
            <a:xfrm>
              <a:off x="4496484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5DFDB1C-5DE5-CD5A-338C-A6FBAC1E5E83}"/>
                </a:ext>
              </a:extLst>
            </p:cNvPr>
            <p:cNvSpPr/>
            <p:nvPr/>
          </p:nvSpPr>
          <p:spPr>
            <a:xfrm>
              <a:off x="3522949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44DBE1A-2A81-E141-6728-FE55B0D15134}"/>
                </a:ext>
              </a:extLst>
            </p:cNvPr>
            <p:cNvSpPr/>
            <p:nvPr/>
          </p:nvSpPr>
          <p:spPr>
            <a:xfrm rot="5400000">
              <a:off x="9114873" y="4137220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EC0F835-E324-7C6C-4465-86A0A717FBEE}"/>
                </a:ext>
              </a:extLst>
            </p:cNvPr>
            <p:cNvSpPr/>
            <p:nvPr/>
          </p:nvSpPr>
          <p:spPr>
            <a:xfrm rot="5400000">
              <a:off x="7656399" y="4137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4E9A49E-9BD9-A46C-D061-40972B456322}"/>
                </a:ext>
              </a:extLst>
            </p:cNvPr>
            <p:cNvSpPr/>
            <p:nvPr/>
          </p:nvSpPr>
          <p:spPr>
            <a:xfrm rot="5400000">
              <a:off x="6197849" y="4137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D9EC491-1221-ABD6-6396-FBA0A463248E}"/>
                </a:ext>
              </a:extLst>
            </p:cNvPr>
            <p:cNvSpPr/>
            <p:nvPr/>
          </p:nvSpPr>
          <p:spPr>
            <a:xfrm rot="5400000">
              <a:off x="4739849" y="4137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A6511E9-5434-09B0-2D38-E5ECF5BDE7A7}"/>
                </a:ext>
              </a:extLst>
            </p:cNvPr>
            <p:cNvSpPr/>
            <p:nvPr/>
          </p:nvSpPr>
          <p:spPr>
            <a:xfrm rot="10800000">
              <a:off x="3522661" y="4380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3D685B3-8C6D-E214-DC0C-B2D8B8ED70BA}"/>
                </a:ext>
              </a:extLst>
            </p:cNvPr>
            <p:cNvSpPr/>
            <p:nvPr/>
          </p:nvSpPr>
          <p:spPr>
            <a:xfrm>
              <a:off x="3524235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6A77711E-A40C-59C7-E1AE-CC6963F911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56107"/>
              </p:ext>
            </p:extLst>
          </p:nvPr>
        </p:nvGraphicFramePr>
        <p:xfrm>
          <a:off x="1450110" y="1165117"/>
          <a:ext cx="9428347" cy="4668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DC080539-6769-654F-0AB2-41C044030B21}"/>
              </a:ext>
            </a:extLst>
          </p:cNvPr>
          <p:cNvSpPr/>
          <p:nvPr/>
        </p:nvSpPr>
        <p:spPr>
          <a:xfrm>
            <a:off x="1662045" y="1310656"/>
            <a:ext cx="720001" cy="203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DD7E1A-3AFE-89F1-8750-632571690AB1}"/>
              </a:ext>
            </a:extLst>
          </p:cNvPr>
          <p:cNvSpPr txBox="1"/>
          <p:nvPr/>
        </p:nvSpPr>
        <p:spPr>
          <a:xfrm>
            <a:off x="1751013" y="1231787"/>
            <a:ext cx="1360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elvetica" panose="020B0604020202020204" pitchFamily="34" charset="0"/>
                <a:cs typeface="Helvetica" panose="020B0604020202020204" pitchFamily="34" charset="0"/>
              </a:rPr>
              <a:t>sample point</a:t>
            </a:r>
            <a:endParaRPr lang="zh-CN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F554BC62-AF51-1D26-C8FA-4C23383748FC}"/>
              </a:ext>
            </a:extLst>
          </p:cNvPr>
          <p:cNvSpPr/>
          <p:nvPr/>
        </p:nvSpPr>
        <p:spPr>
          <a:xfrm>
            <a:off x="6847011" y="2930656"/>
            <a:ext cx="648000" cy="648000"/>
          </a:xfrm>
          <a:prstGeom prst="ellipse">
            <a:avLst/>
          </a:prstGeom>
          <a:solidFill>
            <a:srgbClr val="F6C63C">
              <a:alpha val="67000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B21A739-B8E0-4FE6-B418-ED5C8C6C6ED1}"/>
              </a:ext>
            </a:extLst>
          </p:cNvPr>
          <p:cNvSpPr/>
          <p:nvPr/>
        </p:nvSpPr>
        <p:spPr>
          <a:xfrm>
            <a:off x="7817208" y="3902655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DCA2432-45E9-3F95-FAF1-0CAB165391D5}"/>
              </a:ext>
            </a:extLst>
          </p:cNvPr>
          <p:cNvSpPr/>
          <p:nvPr/>
        </p:nvSpPr>
        <p:spPr>
          <a:xfrm>
            <a:off x="7817208" y="1946804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9795DF5-3DA3-19A5-3A4C-CD56D81C3753}"/>
              </a:ext>
            </a:extLst>
          </p:cNvPr>
          <p:cNvSpPr/>
          <p:nvPr/>
        </p:nvSpPr>
        <p:spPr>
          <a:xfrm>
            <a:off x="5871554" y="3902655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BA0DA3A-6D2B-FB26-C226-1351C5C8D192}"/>
              </a:ext>
            </a:extLst>
          </p:cNvPr>
          <p:cNvSpPr/>
          <p:nvPr/>
        </p:nvSpPr>
        <p:spPr>
          <a:xfrm>
            <a:off x="5871554" y="1958655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22E3420-C4BE-7C0F-2A86-1B1B9297665D}"/>
              </a:ext>
            </a:extLst>
          </p:cNvPr>
          <p:cNvCxnSpPr>
            <a:cxnSpLocks/>
          </p:cNvCxnSpPr>
          <p:nvPr/>
        </p:nvCxnSpPr>
        <p:spPr>
          <a:xfrm>
            <a:off x="9600595" y="2081757"/>
            <a:ext cx="972245" cy="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9691316-2869-D306-99E3-877DBA2E91E0}"/>
              </a:ext>
            </a:extLst>
          </p:cNvPr>
          <p:cNvSpPr txBox="1"/>
          <p:nvPr/>
        </p:nvSpPr>
        <p:spPr>
          <a:xfrm>
            <a:off x="9632824" y="1762138"/>
            <a:ext cx="90720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1.20 m</a:t>
            </a:r>
            <a:endParaRPr lang="zh-CN" altLang="en-US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4BC4C509-5C9B-FBA1-F846-0CB57C1DA4CA}"/>
              </a:ext>
            </a:extLst>
          </p:cNvPr>
          <p:cNvCxnSpPr>
            <a:cxnSpLocks/>
          </p:cNvCxnSpPr>
          <p:nvPr/>
        </p:nvCxnSpPr>
        <p:spPr>
          <a:xfrm>
            <a:off x="10086430" y="2768652"/>
            <a:ext cx="0" cy="145800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B3CAF2B1-3BD0-4456-8CF1-34A10E9D3671}"/>
              </a:ext>
            </a:extLst>
          </p:cNvPr>
          <p:cNvSpPr txBox="1"/>
          <p:nvPr/>
        </p:nvSpPr>
        <p:spPr>
          <a:xfrm>
            <a:off x="9641434" y="3328374"/>
            <a:ext cx="88998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1.80 m</a:t>
            </a:r>
            <a:endParaRPr lang="zh-CN" altLang="en-US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3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7EC2-D3E9-D4B5-DA7B-B7A1EF02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0BF806C-AF9E-4902-3729-7AB1BBB090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01"/>
          <a:stretch>
            <a:fillRect/>
          </a:stretch>
        </p:blipFill>
        <p:spPr>
          <a:xfrm>
            <a:off x="466188" y="1762324"/>
            <a:ext cx="6694218" cy="398879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C09BB204-9C6C-3C04-182A-FEBA2E4B5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7" r="15249" b="3818"/>
          <a:stretch>
            <a:fillRect/>
          </a:stretch>
        </p:blipFill>
        <p:spPr>
          <a:xfrm>
            <a:off x="9057019" y="337931"/>
            <a:ext cx="3130353" cy="611367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B632C22F-E55E-2C15-352E-71B3B3268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8" t="981" r="80427" b="69004"/>
          <a:stretch>
            <a:fillRect/>
          </a:stretch>
        </p:blipFill>
        <p:spPr>
          <a:xfrm>
            <a:off x="5266560" y="386633"/>
            <a:ext cx="1658880" cy="1251384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F114FEDF-DB33-6D27-0C7B-402685C3FEA6}"/>
              </a:ext>
            </a:extLst>
          </p:cNvPr>
          <p:cNvSpPr/>
          <p:nvPr/>
        </p:nvSpPr>
        <p:spPr>
          <a:xfrm>
            <a:off x="9004221" y="0"/>
            <a:ext cx="1302657" cy="6858000"/>
          </a:xfrm>
          <a:prstGeom prst="rect">
            <a:avLst/>
          </a:prstGeom>
          <a:gradFill>
            <a:gsLst>
              <a:gs pos="34000">
                <a:srgbClr val="FFFFFF"/>
              </a:gs>
              <a:gs pos="95000">
                <a:srgbClr val="FEFEFE">
                  <a:alpha val="43000"/>
                </a:srgbClr>
              </a:gs>
              <a:gs pos="88000">
                <a:srgbClr val="FEFEFE">
                  <a:alpha val="70000"/>
                </a:srgbClr>
              </a:gs>
              <a:gs pos="100000">
                <a:schemeClr val="bg1">
                  <a:lumMod val="99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44AA9C1-5E07-A14B-0D4C-E801B1456F50}"/>
              </a:ext>
            </a:extLst>
          </p:cNvPr>
          <p:cNvGrpSpPr/>
          <p:nvPr/>
        </p:nvGrpSpPr>
        <p:grpSpPr>
          <a:xfrm>
            <a:off x="9581056" y="5385700"/>
            <a:ext cx="2065351" cy="743826"/>
            <a:chOff x="9581056" y="5385700"/>
            <a:chExt cx="2065351" cy="743826"/>
          </a:xfrm>
          <a:effectLst>
            <a:outerShdw blurRad="63500" sx="101000" sy="101000" algn="ctr" rotWithShape="0">
              <a:schemeClr val="bg1"/>
            </a:outerShdw>
          </a:effectLst>
        </p:grpSpPr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A3A91A2E-7852-FC83-BF92-BF52241D1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6150" y="5385700"/>
              <a:ext cx="540257" cy="457665"/>
            </a:xfrm>
            <a:prstGeom prst="straightConnector1">
              <a:avLst/>
            </a:prstGeom>
            <a:ln w="31750">
              <a:solidFill>
                <a:srgbClr val="D9655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490367D2-3871-1604-4466-5893EC9691DD}"/>
                </a:ext>
              </a:extLst>
            </p:cNvPr>
            <p:cNvCxnSpPr>
              <a:cxnSpLocks/>
              <a:endCxn id="92" idx="3"/>
            </p:cNvCxnSpPr>
            <p:nvPr/>
          </p:nvCxnSpPr>
          <p:spPr>
            <a:xfrm flipH="1">
              <a:off x="9581056" y="5843365"/>
              <a:ext cx="1541314" cy="286161"/>
            </a:xfrm>
            <a:prstGeom prst="line">
              <a:avLst/>
            </a:prstGeom>
            <a:ln w="31750">
              <a:solidFill>
                <a:srgbClr val="D9655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791F1E7C-ADF1-8CD5-4AAD-B4FE4565B178}"/>
              </a:ext>
            </a:extLst>
          </p:cNvPr>
          <p:cNvSpPr txBox="1"/>
          <p:nvPr/>
        </p:nvSpPr>
        <p:spPr>
          <a:xfrm>
            <a:off x="7363012" y="5823032"/>
            <a:ext cx="2218044" cy="612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>
                <a:ln w="3175">
                  <a:solidFill>
                    <a:srgbClr val="D96558"/>
                  </a:solidFill>
                </a:ln>
                <a:solidFill>
                  <a:srgbClr val="D96558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constant‑temperature hot‑wire anemometer</a:t>
            </a:r>
            <a:endParaRPr lang="zh-CN" altLang="en-US" sz="1600" dirty="0">
              <a:ln w="3175">
                <a:solidFill>
                  <a:srgbClr val="D96558"/>
                </a:solidFill>
              </a:ln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23E6F7E-EAC4-91F7-59DE-C034C907ADB0}"/>
              </a:ext>
            </a:extLst>
          </p:cNvPr>
          <p:cNvSpPr txBox="1"/>
          <p:nvPr/>
        </p:nvSpPr>
        <p:spPr>
          <a:xfrm>
            <a:off x="8067320" y="4057986"/>
            <a:ext cx="1637381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lang="en-GB" altLang="zh-CN" sz="1600" dirty="0">
              <a:ln w="3175">
                <a:solidFill>
                  <a:schemeClr val="tx1"/>
                </a:solidFill>
              </a:ln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altLang="zh-CN" sz="1600" dirty="0">
                <a:ln w="3175">
                  <a:solidFill>
                    <a:schemeClr val="tx1"/>
                  </a:solidFill>
                </a:ln>
                <a:latin typeface="Helvetica" panose="020B0604020202020204" pitchFamily="34" charset="0"/>
                <a:cs typeface="Helvetica" panose="020B0604020202020204" pitchFamily="34" charset="0"/>
              </a:rPr>
              <a:t>height-indexed</a:t>
            </a:r>
          </a:p>
          <a:p>
            <a:r>
              <a:rPr lang="en-GB" altLang="zh-CN" sz="1600" dirty="0">
                <a:ln w="3175">
                  <a:solidFill>
                    <a:schemeClr val="tx1"/>
                  </a:solidFill>
                </a:ln>
                <a:latin typeface="Helvetica" panose="020B0604020202020204" pitchFamily="34" charset="0"/>
                <a:cs typeface="Helvetica" panose="020B0604020202020204" pitchFamily="34" charset="0"/>
              </a:rPr>
              <a:t>custom support</a:t>
            </a:r>
            <a:endParaRPr lang="en-GB" sz="1600" dirty="0">
              <a:ln w="3175">
                <a:solidFill>
                  <a:schemeClr val="tx1"/>
                </a:solidFill>
              </a:ln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B8710CF-6427-DFDB-2CC3-B7F5BC317BAA}"/>
              </a:ext>
            </a:extLst>
          </p:cNvPr>
          <p:cNvCxnSpPr>
            <a:cxnSpLocks/>
          </p:cNvCxnSpPr>
          <p:nvPr/>
        </p:nvCxnSpPr>
        <p:spPr>
          <a:xfrm flipV="1">
            <a:off x="9704701" y="4342384"/>
            <a:ext cx="1843815" cy="1456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F6B8C7C2-79F6-AEFF-0EB7-0CC98069A858}"/>
              </a:ext>
            </a:extLst>
          </p:cNvPr>
          <p:cNvGrpSpPr/>
          <p:nvPr/>
        </p:nvGrpSpPr>
        <p:grpSpPr>
          <a:xfrm>
            <a:off x="9493250" y="1929324"/>
            <a:ext cx="1530350" cy="1167248"/>
            <a:chOff x="10271256" y="5282096"/>
            <a:chExt cx="1530350" cy="1167248"/>
          </a:xfrm>
          <a:effectLst>
            <a:outerShdw blurRad="63500" sx="101000" sy="101000" algn="ctr" rotWithShape="0">
              <a:schemeClr val="bg1"/>
            </a:outerShdw>
          </a:effectLst>
        </p:grpSpPr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F12C5782-1761-F746-A380-93E323ABC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441773" y="5379052"/>
              <a:ext cx="359833" cy="1070292"/>
            </a:xfrm>
            <a:prstGeom prst="straightConnector1">
              <a:avLst/>
            </a:prstGeom>
            <a:ln w="31750">
              <a:solidFill>
                <a:srgbClr val="B439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367B6F0B-1F0E-9BB2-A188-C5E687862A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71256" y="5282096"/>
              <a:ext cx="1170517" cy="96956"/>
            </a:xfrm>
            <a:prstGeom prst="line">
              <a:avLst/>
            </a:prstGeom>
            <a:ln w="31750">
              <a:solidFill>
                <a:srgbClr val="B439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23D098F-BFD7-CB49-30F1-211C01F31ACC}"/>
              </a:ext>
            </a:extLst>
          </p:cNvPr>
          <p:cNvGrpSpPr/>
          <p:nvPr/>
        </p:nvGrpSpPr>
        <p:grpSpPr>
          <a:xfrm>
            <a:off x="8915400" y="867238"/>
            <a:ext cx="2741839" cy="2403688"/>
            <a:chOff x="9541006" y="4067530"/>
            <a:chExt cx="2741839" cy="2398556"/>
          </a:xfrm>
          <a:effectLst>
            <a:outerShdw blurRad="63500" sx="101000" sy="101000" algn="ctr" rotWithShape="0">
              <a:schemeClr val="bg1"/>
            </a:outerShdw>
          </a:effectLst>
        </p:grpSpPr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FADF621A-A40E-F801-D6BD-44BCB595F9FA}"/>
                </a:ext>
              </a:extLst>
            </p:cNvPr>
            <p:cNvCxnSpPr>
              <a:cxnSpLocks/>
            </p:cNvCxnSpPr>
            <p:nvPr/>
          </p:nvCxnSpPr>
          <p:spPr>
            <a:xfrm>
              <a:off x="11670316" y="4531568"/>
              <a:ext cx="612529" cy="1934518"/>
            </a:xfrm>
            <a:prstGeom prst="straightConnector1">
              <a:avLst/>
            </a:prstGeom>
            <a:ln w="31750">
              <a:solidFill>
                <a:srgbClr val="B439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116040EE-5590-EDE1-2067-00412E180F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1006" y="4067530"/>
              <a:ext cx="2138096" cy="464038"/>
            </a:xfrm>
            <a:prstGeom prst="line">
              <a:avLst/>
            </a:prstGeom>
            <a:ln w="31750">
              <a:solidFill>
                <a:srgbClr val="B439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FEB56916-96C1-7BAE-CDDC-4445CCE47D29}"/>
              </a:ext>
            </a:extLst>
          </p:cNvPr>
          <p:cNvSpPr txBox="1"/>
          <p:nvPr/>
        </p:nvSpPr>
        <p:spPr>
          <a:xfrm>
            <a:off x="7363012" y="377008"/>
            <a:ext cx="189728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zh-CN" sz="1600" dirty="0" err="1">
                <a:ln w="3175">
                  <a:solidFill>
                    <a:srgbClr val="B43970"/>
                  </a:solidFill>
                </a:ln>
                <a:solidFill>
                  <a:srgbClr val="B4397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fibreglass</a:t>
            </a:r>
            <a:r>
              <a:rPr lang="en-US" altLang="zh-CN" sz="1600" dirty="0">
                <a:ln w="3175">
                  <a:solidFill>
                    <a:srgbClr val="B43970"/>
                  </a:solidFill>
                </a:ln>
                <a:solidFill>
                  <a:srgbClr val="B4397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reinforced tape</a:t>
            </a:r>
            <a:endParaRPr lang="en-GB" sz="1600" dirty="0">
              <a:ln w="3175">
                <a:solidFill>
                  <a:srgbClr val="B43970"/>
                </a:solidFill>
              </a:ln>
              <a:solidFill>
                <a:srgbClr val="B4397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500AF6D-4FC1-F159-5F63-E87E7AFA2541}"/>
              </a:ext>
            </a:extLst>
          </p:cNvPr>
          <p:cNvSpPr txBox="1"/>
          <p:nvPr/>
        </p:nvSpPr>
        <p:spPr>
          <a:xfrm>
            <a:off x="8767800" y="1711249"/>
            <a:ext cx="73123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dirty="0">
                <a:ln w="3175">
                  <a:solidFill>
                    <a:srgbClr val="B43970"/>
                  </a:solidFill>
                </a:ln>
                <a:solidFill>
                  <a:srgbClr val="B4397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probe</a:t>
            </a:r>
            <a:endParaRPr lang="en-GB" sz="1600" dirty="0">
              <a:ln w="3175">
                <a:solidFill>
                  <a:srgbClr val="B43970"/>
                </a:solidFill>
              </a:ln>
              <a:solidFill>
                <a:srgbClr val="B4397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38130447-C12B-A7B8-EB4C-5922EB5047DA}"/>
              </a:ext>
            </a:extLst>
          </p:cNvPr>
          <p:cNvGrpSpPr/>
          <p:nvPr/>
        </p:nvGrpSpPr>
        <p:grpSpPr>
          <a:xfrm flipV="1">
            <a:off x="9069698" y="2979060"/>
            <a:ext cx="1480373" cy="358838"/>
            <a:chOff x="10241327" y="5698475"/>
            <a:chExt cx="1929741" cy="273931"/>
          </a:xfrm>
          <a:effectLst>
            <a:outerShdw blurRad="63500" sx="101000" sy="101000" algn="ctr" rotWithShape="0">
              <a:schemeClr val="bg1"/>
            </a:outerShdw>
          </a:effectLst>
        </p:grpSpPr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C7B6B979-85D8-D7CC-B537-7B16ED999594}"/>
                </a:ext>
              </a:extLst>
            </p:cNvPr>
            <p:cNvCxnSpPr>
              <a:cxnSpLocks/>
            </p:cNvCxnSpPr>
            <p:nvPr/>
          </p:nvCxnSpPr>
          <p:spPr>
            <a:xfrm>
              <a:off x="11260538" y="5698475"/>
              <a:ext cx="910530" cy="27393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532268C6-1CF2-232B-3609-71DF18EAD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1327" y="5698475"/>
              <a:ext cx="1038131" cy="5023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6" name="图形 155">
            <a:extLst>
              <a:ext uri="{FF2B5EF4-FFF2-40B4-BE49-F238E27FC236}">
                <a16:creationId xmlns:a16="http://schemas.microsoft.com/office/drawing/2014/main" id="{7F952B11-04CF-2366-921E-1E3D86B8D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162"/>
          <a:stretch>
            <a:fillRect/>
          </a:stretch>
        </p:blipFill>
        <p:spPr>
          <a:xfrm flipH="1">
            <a:off x="7886986" y="2527014"/>
            <a:ext cx="946291" cy="130290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10C37A3-F8BB-0A73-46AD-ADB8904485DF}"/>
              </a:ext>
            </a:extLst>
          </p:cNvPr>
          <p:cNvSpPr txBox="1"/>
          <p:nvPr/>
        </p:nvSpPr>
        <p:spPr>
          <a:xfrm>
            <a:off x="3528945" y="5555956"/>
            <a:ext cx="92690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baseline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pPr>
            <a:r>
              <a:rPr lang="en-US" altLang="zh-CN" sz="2000" b="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</a:t>
            </a:r>
            <a:r>
              <a:rPr lang="en-US" altLang="zh-CN" sz="20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(m)</a:t>
            </a:r>
            <a:endParaRPr lang="zh-CN" altLang="en-US" sz="2000" b="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14CCCC-9226-1B11-499D-4D18C67C000C}"/>
              </a:ext>
            </a:extLst>
          </p:cNvPr>
          <p:cNvSpPr txBox="1"/>
          <p:nvPr/>
        </p:nvSpPr>
        <p:spPr>
          <a:xfrm rot="16200000">
            <a:off x="-210226" y="3396583"/>
            <a:ext cx="92690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baseline="0">
                <a:solidFill>
                  <a:prstClr val="black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pPr>
            <a:r>
              <a:rPr lang="en-US" altLang="zh-CN" sz="2000" b="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</a:t>
            </a:r>
            <a:r>
              <a:rPr lang="en-US" altLang="zh-CN" sz="20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(m)</a:t>
            </a:r>
            <a:endParaRPr lang="zh-CN" altLang="en-US" sz="2000" b="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E1CF8AE-04E4-25D5-94B9-BA18B3DE535B}"/>
              </a:ext>
            </a:extLst>
          </p:cNvPr>
          <p:cNvGrpSpPr/>
          <p:nvPr/>
        </p:nvGrpSpPr>
        <p:grpSpPr>
          <a:xfrm>
            <a:off x="-49389" y="4985590"/>
            <a:ext cx="1252365" cy="1466011"/>
            <a:chOff x="477462" y="5023578"/>
            <a:chExt cx="1252365" cy="1466011"/>
          </a:xfrm>
        </p:grpSpPr>
        <p:sp>
          <p:nvSpPr>
            <p:cNvPr id="8" name="流程图: 汇总连接 7">
              <a:extLst>
                <a:ext uri="{FF2B5EF4-FFF2-40B4-BE49-F238E27FC236}">
                  <a16:creationId xmlns:a16="http://schemas.microsoft.com/office/drawing/2014/main" id="{8CDC6514-4009-BEAD-0D71-715A14505557}"/>
                </a:ext>
              </a:extLst>
            </p:cNvPr>
            <p:cNvSpPr/>
            <p:nvPr/>
          </p:nvSpPr>
          <p:spPr>
            <a:xfrm>
              <a:off x="764580" y="6049510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rgbClr val="7779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 dirty="0">
                <a:solidFill>
                  <a:srgbClr val="77797D"/>
                </a:solidFill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7ED1122-EC8C-90D2-7671-4E0D5E1412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622" y="5516033"/>
              <a:ext cx="494" cy="528256"/>
            </a:xfrm>
            <a:prstGeom prst="straightConnector1">
              <a:avLst/>
            </a:prstGeom>
            <a:ln w="12700">
              <a:solidFill>
                <a:srgbClr val="77797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D17057F-468B-E944-E9B2-EEA15316E163}"/>
                </a:ext>
              </a:extLst>
            </p:cNvPr>
            <p:cNvSpPr txBox="1"/>
            <p:nvPr/>
          </p:nvSpPr>
          <p:spPr>
            <a:xfrm>
              <a:off x="1416921" y="5897900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i="1" dirty="0">
                  <a:solidFill>
                    <a:srgbClr val="77797D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</a:t>
              </a:r>
              <a:endParaRPr lang="zh-CN" altLang="en-US" sz="2000" i="1" baseline="-25000" dirty="0">
                <a:solidFill>
                  <a:srgbClr val="77797D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B5BED7B-9DA6-F8AC-3D71-EE0FAA3E0515}"/>
                </a:ext>
              </a:extLst>
            </p:cNvPr>
            <p:cNvSpPr txBox="1"/>
            <p:nvPr/>
          </p:nvSpPr>
          <p:spPr>
            <a:xfrm>
              <a:off x="477462" y="6089479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i="1" dirty="0">
                  <a:solidFill>
                    <a:srgbClr val="77797D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z</a:t>
              </a:r>
              <a:endParaRPr lang="zh-CN" altLang="en-US" sz="2000" i="1" baseline="-25000" dirty="0">
                <a:solidFill>
                  <a:srgbClr val="77797D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F5A32A8-6296-347C-16F2-B619D961D4ED}"/>
                </a:ext>
              </a:extLst>
            </p:cNvPr>
            <p:cNvSpPr txBox="1"/>
            <p:nvPr/>
          </p:nvSpPr>
          <p:spPr>
            <a:xfrm>
              <a:off x="666794" y="5023578"/>
              <a:ext cx="3129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i="1" dirty="0">
                  <a:solidFill>
                    <a:srgbClr val="77797D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</a:t>
              </a:r>
              <a:endParaRPr lang="zh-CN" altLang="en-US" sz="2000" i="1" baseline="-25000" dirty="0">
                <a:solidFill>
                  <a:srgbClr val="77797D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E073A06-4C73-8F4D-605A-A37E53B31C3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52546" y="5846739"/>
              <a:ext cx="494" cy="528256"/>
            </a:xfrm>
            <a:prstGeom prst="straightConnector1">
              <a:avLst/>
            </a:prstGeom>
            <a:ln w="12700">
              <a:solidFill>
                <a:srgbClr val="77797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6AD56B28-F329-8FEF-B6F9-F41A1480574C}"/>
              </a:ext>
            </a:extLst>
          </p:cNvPr>
          <p:cNvSpPr/>
          <p:nvPr/>
        </p:nvSpPr>
        <p:spPr>
          <a:xfrm>
            <a:off x="7642837" y="2429856"/>
            <a:ext cx="1434591" cy="1433893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10546EE-96BA-82D9-C711-F6A7A9372F50}"/>
              </a:ext>
            </a:extLst>
          </p:cNvPr>
          <p:cNvCxnSpPr>
            <a:cxnSpLocks/>
          </p:cNvCxnSpPr>
          <p:nvPr/>
        </p:nvCxnSpPr>
        <p:spPr>
          <a:xfrm>
            <a:off x="8613775" y="3013075"/>
            <a:ext cx="44151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67BFF6C-5A0F-1973-5A59-8CF13EB73D3D}"/>
              </a:ext>
            </a:extLst>
          </p:cNvPr>
          <p:cNvCxnSpPr>
            <a:cxnSpLocks/>
          </p:cNvCxnSpPr>
          <p:nvPr/>
        </p:nvCxnSpPr>
        <p:spPr>
          <a:xfrm>
            <a:off x="8613775" y="3487737"/>
            <a:ext cx="374613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82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1975</TotalTime>
  <Words>45</Words>
  <Application>Microsoft Office PowerPoint</Application>
  <PresentationFormat>宽屏</PresentationFormat>
  <Paragraphs>24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Aptos</vt:lpstr>
      <vt:lpstr>Aptos Display</vt:lpstr>
      <vt:lpstr>Arial</vt:lpstr>
      <vt:lpstr>Helvetica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Hanchen Li</dc:creator>
  <cp:lastModifiedBy>Hanchen Li</cp:lastModifiedBy>
  <cp:revision>1</cp:revision>
  <cp:lastPrinted>2026-01-16T23:03:24Z</cp:lastPrinted>
  <dcterms:created xsi:type="dcterms:W3CDTF">2025-05-22T21:32:03Z</dcterms:created>
  <dcterms:modified xsi:type="dcterms:W3CDTF">2026-03-26T13:10:20Z</dcterms:modified>
</cp:coreProperties>
</file>