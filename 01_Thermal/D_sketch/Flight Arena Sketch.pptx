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"/>
  </p:notesMasterIdLst>
  <p:sldIdLst>
    <p:sldId id="258" r:id="rId2"/>
    <p:sldId id="259" r:id="rId3"/>
    <p:sldId id="260" r:id="rId4"/>
  </p:sldIdLst>
  <p:sldSz cx="12192000" cy="6858000"/>
  <p:notesSz cx="7102475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D97C"/>
    <a:srgbClr val="C9C75B"/>
    <a:srgbClr val="F1E97D"/>
    <a:srgbClr val="F0E574"/>
    <a:srgbClr val="67645F"/>
    <a:srgbClr val="77797D"/>
    <a:srgbClr val="B2AFAB"/>
    <a:srgbClr val="DE862F"/>
    <a:srgbClr val="B43970"/>
    <a:srgbClr val="F6C6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2C730B-1908-4A6A-802B-59AC80DA7F37}" v="300" dt="2026-03-16T17:05:55.8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24" autoAdjust="0"/>
    <p:restoredTop sz="89727" autoAdjust="0"/>
  </p:normalViewPr>
  <p:slideViewPr>
    <p:cSldViewPr snapToGrid="0">
      <p:cViewPr>
        <p:scale>
          <a:sx n="50" d="100"/>
          <a:sy n="50" d="100"/>
        </p:scale>
        <p:origin x="1142" y="1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Hanchen F" userId="3aee791e-6a2d-4da7-a77b-fbdf7bf15886" providerId="ADAL" clId="{1EA8FAE0-933A-49DD-A724-68A18B8AE880}"/>
    <pc:docChg chg="undo redo custSel addSld delSld modSld modNotesMaster">
      <pc:chgData name="Li, Hanchen F" userId="3aee791e-6a2d-4da7-a77b-fbdf7bf15886" providerId="ADAL" clId="{1EA8FAE0-933A-49DD-A724-68A18B8AE880}" dt="2026-03-16T17:07:16.468" v="3199" actId="478"/>
      <pc:docMkLst>
        <pc:docMk/>
      </pc:docMkLst>
      <pc:sldChg chg="addSp delSp modSp add mod">
        <pc:chgData name="Li, Hanchen F" userId="3aee791e-6a2d-4da7-a77b-fbdf7bf15886" providerId="ADAL" clId="{1EA8FAE0-933A-49DD-A724-68A18B8AE880}" dt="2026-03-16T16:30:39.627" v="1759" actId="1076"/>
        <pc:sldMkLst>
          <pc:docMk/>
          <pc:sldMk cId="3629937204" sldId="259"/>
        </pc:sldMkLst>
        <pc:spChg chg="mod">
          <ac:chgData name="Li, Hanchen F" userId="3aee791e-6a2d-4da7-a77b-fbdf7bf15886" providerId="ADAL" clId="{1EA8FAE0-933A-49DD-A724-68A18B8AE880}" dt="2026-03-16T16:30:39.627" v="1759" actId="1076"/>
          <ac:spMkLst>
            <pc:docMk/>
            <pc:sldMk cId="3629937204" sldId="259"/>
            <ac:spMk id="19" creationId="{05DD7E1A-3AFE-89F1-8750-632571690AB1}"/>
          </ac:spMkLst>
        </pc:spChg>
        <pc:spChg chg="add mod ord">
          <ac:chgData name="Li, Hanchen F" userId="3aee791e-6a2d-4da7-a77b-fbdf7bf15886" providerId="ADAL" clId="{1EA8FAE0-933A-49DD-A724-68A18B8AE880}" dt="2026-03-16T16:30:39.627" v="1759" actId="1076"/>
          <ac:spMkLst>
            <pc:docMk/>
            <pc:sldMk cId="3629937204" sldId="259"/>
            <ac:spMk id="21" creationId="{11E7C393-8688-8B96-A604-85CFD019ABC8}"/>
          </ac:spMkLst>
        </pc:spChg>
        <pc:spChg chg="add mod">
          <ac:chgData name="Li, Hanchen F" userId="3aee791e-6a2d-4da7-a77b-fbdf7bf15886" providerId="ADAL" clId="{1EA8FAE0-933A-49DD-A724-68A18B8AE880}" dt="2026-03-16T16:25:54.538" v="1733" actId="1076"/>
          <ac:spMkLst>
            <pc:docMk/>
            <pc:sldMk cId="3629937204" sldId="259"/>
            <ac:spMk id="36" creationId="{F554BC62-AF51-1D26-C8FA-4C23383748FC}"/>
          </ac:spMkLst>
        </pc:spChg>
        <pc:spChg chg="add mod">
          <ac:chgData name="Li, Hanchen F" userId="3aee791e-6a2d-4da7-a77b-fbdf7bf15886" providerId="ADAL" clId="{1EA8FAE0-933A-49DD-A724-68A18B8AE880}" dt="2026-03-16T16:25:54.538" v="1733" actId="1076"/>
          <ac:spMkLst>
            <pc:docMk/>
            <pc:sldMk cId="3629937204" sldId="259"/>
            <ac:spMk id="40" creationId="{EDCA2432-45E9-3F95-FAF1-0CAB165391D5}"/>
          </ac:spMkLst>
        </pc:spChg>
        <pc:spChg chg="add mod">
          <ac:chgData name="Li, Hanchen F" userId="3aee791e-6a2d-4da7-a77b-fbdf7bf15886" providerId="ADAL" clId="{1EA8FAE0-933A-49DD-A724-68A18B8AE880}" dt="2026-03-16T16:25:54.538" v="1733" actId="1076"/>
          <ac:spMkLst>
            <pc:docMk/>
            <pc:sldMk cId="3629937204" sldId="259"/>
            <ac:spMk id="41" creationId="{99795DF5-3DA3-19A5-3A4C-CD56D81C3753}"/>
          </ac:spMkLst>
        </pc:spChg>
        <pc:spChg chg="add mod">
          <ac:chgData name="Li, Hanchen F" userId="3aee791e-6a2d-4da7-a77b-fbdf7bf15886" providerId="ADAL" clId="{1EA8FAE0-933A-49DD-A724-68A18B8AE880}" dt="2026-03-16T16:25:54.538" v="1733" actId="1076"/>
          <ac:spMkLst>
            <pc:docMk/>
            <pc:sldMk cId="3629937204" sldId="259"/>
            <ac:spMk id="46" creationId="{4BA0DA3A-6D2B-FB26-C226-1351C5C8D192}"/>
          </ac:spMkLst>
        </pc:spChg>
        <pc:spChg chg="add mod">
          <ac:chgData name="Li, Hanchen F" userId="3aee791e-6a2d-4da7-a77b-fbdf7bf15886" providerId="ADAL" clId="{1EA8FAE0-933A-49DD-A724-68A18B8AE880}" dt="2026-03-16T16:30:39.627" v="1759" actId="1076"/>
          <ac:spMkLst>
            <pc:docMk/>
            <pc:sldMk cId="3629937204" sldId="259"/>
            <ac:spMk id="47" creationId="{F134A86F-C04C-6307-9C75-E04235FF642A}"/>
          </ac:spMkLst>
        </pc:spChg>
        <pc:spChg chg="add mod">
          <ac:chgData name="Li, Hanchen F" userId="3aee791e-6a2d-4da7-a77b-fbdf7bf15886" providerId="ADAL" clId="{1EA8FAE0-933A-49DD-A724-68A18B8AE880}" dt="2026-03-16T16:30:39.627" v="1759" actId="1076"/>
          <ac:spMkLst>
            <pc:docMk/>
            <pc:sldMk cId="3629937204" sldId="259"/>
            <ac:spMk id="49" creationId="{24BAAFDD-F195-1346-6C3E-C1C0A3A4CE0B}"/>
          </ac:spMkLst>
        </pc:spChg>
        <pc:spChg chg="add mod">
          <ac:chgData name="Li, Hanchen F" userId="3aee791e-6a2d-4da7-a77b-fbdf7bf15886" providerId="ADAL" clId="{1EA8FAE0-933A-49DD-A724-68A18B8AE880}" dt="2026-03-16T16:30:39.627" v="1759" actId="1076"/>
          <ac:spMkLst>
            <pc:docMk/>
            <pc:sldMk cId="3629937204" sldId="259"/>
            <ac:spMk id="55" creationId="{8B653361-2294-2471-71F4-C2E8013CD7A9}"/>
          </ac:spMkLst>
        </pc:spChg>
        <pc:spChg chg="add mod">
          <ac:chgData name="Li, Hanchen F" userId="3aee791e-6a2d-4da7-a77b-fbdf7bf15886" providerId="ADAL" clId="{1EA8FAE0-933A-49DD-A724-68A18B8AE880}" dt="2026-03-16T16:30:39.627" v="1759" actId="1076"/>
          <ac:spMkLst>
            <pc:docMk/>
            <pc:sldMk cId="3629937204" sldId="259"/>
            <ac:spMk id="57" creationId="{A1FCA709-E0C9-FADA-AB77-33EEF2F12D69}"/>
          </ac:spMkLst>
        </pc:spChg>
        <pc:spChg chg="add mod">
          <ac:chgData name="Li, Hanchen F" userId="3aee791e-6a2d-4da7-a77b-fbdf7bf15886" providerId="ADAL" clId="{1EA8FAE0-933A-49DD-A724-68A18B8AE880}" dt="2026-03-16T16:25:54.538" v="1733" actId="1076"/>
          <ac:spMkLst>
            <pc:docMk/>
            <pc:sldMk cId="3629937204" sldId="259"/>
            <ac:spMk id="59" creationId="{99691316-2869-D306-99E3-877DBA2E91E0}"/>
          </ac:spMkLst>
        </pc:spChg>
      </pc:sldChg>
      <pc:sldChg chg="addSp delSp modSp add mod">
        <pc:chgData name="Li, Hanchen F" userId="3aee791e-6a2d-4da7-a77b-fbdf7bf15886" providerId="ADAL" clId="{1EA8FAE0-933A-49DD-A724-68A18B8AE880}" dt="2026-03-16T17:07:16.468" v="3199" actId="478"/>
        <pc:sldMkLst>
          <pc:docMk/>
          <pc:sldMk cId="3601829480" sldId="260"/>
        </pc:sldMkLst>
        <pc:spChg chg="del">
          <ac:chgData name="Li, Hanchen F" userId="3aee791e-6a2d-4da7-a77b-fbdf7bf15886" providerId="ADAL" clId="{1EA8FAE0-933A-49DD-A724-68A18B8AE880}" dt="2026-03-16T16:25:59.833" v="1735" actId="478"/>
          <ac:spMkLst>
            <pc:docMk/>
            <pc:sldMk cId="3601829480" sldId="260"/>
            <ac:spMk id="19" creationId="{0BDA3B8F-B9E3-9E95-80BE-49D7385DBB96}"/>
          </ac:spMkLst>
        </pc:spChg>
        <pc:spChg chg="del">
          <ac:chgData name="Li, Hanchen F" userId="3aee791e-6a2d-4da7-a77b-fbdf7bf15886" providerId="ADAL" clId="{1EA8FAE0-933A-49DD-A724-68A18B8AE880}" dt="2026-03-16T16:25:59.833" v="1735" actId="478"/>
          <ac:spMkLst>
            <pc:docMk/>
            <pc:sldMk cId="3601829480" sldId="260"/>
            <ac:spMk id="21" creationId="{3C9B579D-8682-D674-9D1B-6D3C19A920B7}"/>
          </ac:spMkLst>
        </pc:spChg>
        <pc:spChg chg="del">
          <ac:chgData name="Li, Hanchen F" userId="3aee791e-6a2d-4da7-a77b-fbdf7bf15886" providerId="ADAL" clId="{1EA8FAE0-933A-49DD-A724-68A18B8AE880}" dt="2026-03-16T16:25:59.833" v="1735" actId="478"/>
          <ac:spMkLst>
            <pc:docMk/>
            <pc:sldMk cId="3601829480" sldId="260"/>
            <ac:spMk id="36" creationId="{DEFE4BA7-0FCC-10B0-6C32-54E1EB88162C}"/>
          </ac:spMkLst>
        </pc:spChg>
        <pc:spChg chg="del">
          <ac:chgData name="Li, Hanchen F" userId="3aee791e-6a2d-4da7-a77b-fbdf7bf15886" providerId="ADAL" clId="{1EA8FAE0-933A-49DD-A724-68A18B8AE880}" dt="2026-03-16T16:25:59.833" v="1735" actId="478"/>
          <ac:spMkLst>
            <pc:docMk/>
            <pc:sldMk cId="3601829480" sldId="260"/>
            <ac:spMk id="39" creationId="{3EA8722F-F984-F347-7A49-76BA83DC2B0B}"/>
          </ac:spMkLst>
        </pc:spChg>
        <pc:spChg chg="add mod">
          <ac:chgData name="Li, Hanchen F" userId="3aee791e-6a2d-4da7-a77b-fbdf7bf15886" providerId="ADAL" clId="{1EA8FAE0-933A-49DD-A724-68A18B8AE880}" dt="2026-03-16T16:32:01.102" v="1784" actId="14100"/>
          <ac:spMkLst>
            <pc:docMk/>
            <pc:sldMk cId="3601829480" sldId="260"/>
            <ac:spMk id="43" creationId="{A787041E-AD0B-771E-F74E-4F1B271118D5}"/>
          </ac:spMkLst>
        </pc:spChg>
        <pc:spChg chg="add mod">
          <ac:chgData name="Li, Hanchen F" userId="3aee791e-6a2d-4da7-a77b-fbdf7bf15886" providerId="ADAL" clId="{1EA8FAE0-933A-49DD-A724-68A18B8AE880}" dt="2026-03-16T16:31:58.830" v="1783" actId="14100"/>
          <ac:spMkLst>
            <pc:docMk/>
            <pc:sldMk cId="3601829480" sldId="260"/>
            <ac:spMk id="44" creationId="{E966EC97-29EC-C43A-652E-6D976C644771}"/>
          </ac:spMkLst>
        </pc:spChg>
        <pc:spChg chg="del">
          <ac:chgData name="Li, Hanchen F" userId="3aee791e-6a2d-4da7-a77b-fbdf7bf15886" providerId="ADAL" clId="{1EA8FAE0-933A-49DD-A724-68A18B8AE880}" dt="2026-03-16T16:25:59.833" v="1735" actId="478"/>
          <ac:spMkLst>
            <pc:docMk/>
            <pc:sldMk cId="3601829480" sldId="260"/>
            <ac:spMk id="46" creationId="{375A9314-3EDC-A56E-180F-2EC6F09FC037}"/>
          </ac:spMkLst>
        </pc:spChg>
        <pc:spChg chg="del">
          <ac:chgData name="Li, Hanchen F" userId="3aee791e-6a2d-4da7-a77b-fbdf7bf15886" providerId="ADAL" clId="{1EA8FAE0-933A-49DD-A724-68A18B8AE880}" dt="2026-03-16T16:25:59.833" v="1735" actId="478"/>
          <ac:spMkLst>
            <pc:docMk/>
            <pc:sldMk cId="3601829480" sldId="260"/>
            <ac:spMk id="47" creationId="{A686F468-D012-5E5C-CD02-4F9B54174A62}"/>
          </ac:spMkLst>
        </pc:spChg>
        <pc:spChg chg="del">
          <ac:chgData name="Li, Hanchen F" userId="3aee791e-6a2d-4da7-a77b-fbdf7bf15886" providerId="ADAL" clId="{1EA8FAE0-933A-49DD-A724-68A18B8AE880}" dt="2026-03-16T16:25:59.833" v="1735" actId="478"/>
          <ac:spMkLst>
            <pc:docMk/>
            <pc:sldMk cId="3601829480" sldId="260"/>
            <ac:spMk id="49" creationId="{F3ED2291-528A-CB9E-2BA3-79C7F6CB00A5}"/>
          </ac:spMkLst>
        </pc:spChg>
        <pc:spChg chg="mod">
          <ac:chgData name="Li, Hanchen F" userId="3aee791e-6a2d-4da7-a77b-fbdf7bf15886" providerId="ADAL" clId="{1EA8FAE0-933A-49DD-A724-68A18B8AE880}" dt="2026-03-16T16:33:25.142" v="1821"/>
          <ac:spMkLst>
            <pc:docMk/>
            <pc:sldMk cId="3601829480" sldId="260"/>
            <ac:spMk id="50" creationId="{F83A2DB2-AC1F-C768-D738-2CAB84590019}"/>
          </ac:spMkLst>
        </pc:spChg>
        <pc:spChg chg="mod">
          <ac:chgData name="Li, Hanchen F" userId="3aee791e-6a2d-4da7-a77b-fbdf7bf15886" providerId="ADAL" clId="{1EA8FAE0-933A-49DD-A724-68A18B8AE880}" dt="2026-03-16T16:33:25.142" v="1821"/>
          <ac:spMkLst>
            <pc:docMk/>
            <pc:sldMk cId="3601829480" sldId="260"/>
            <ac:spMk id="52" creationId="{2528140B-CFEE-B29A-406A-29B2482137EE}"/>
          </ac:spMkLst>
        </pc:spChg>
        <pc:spChg chg="mod">
          <ac:chgData name="Li, Hanchen F" userId="3aee791e-6a2d-4da7-a77b-fbdf7bf15886" providerId="ADAL" clId="{1EA8FAE0-933A-49DD-A724-68A18B8AE880}" dt="2026-03-16T16:33:25.142" v="1821"/>
          <ac:spMkLst>
            <pc:docMk/>
            <pc:sldMk cId="3601829480" sldId="260"/>
            <ac:spMk id="53" creationId="{6B295CF3-0BFD-10BF-98BD-8DA94BD4170D}"/>
          </ac:spMkLst>
        </pc:spChg>
        <pc:spChg chg="mod">
          <ac:chgData name="Li, Hanchen F" userId="3aee791e-6a2d-4da7-a77b-fbdf7bf15886" providerId="ADAL" clId="{1EA8FAE0-933A-49DD-A724-68A18B8AE880}" dt="2026-03-16T16:33:25.142" v="1821"/>
          <ac:spMkLst>
            <pc:docMk/>
            <pc:sldMk cId="3601829480" sldId="260"/>
            <ac:spMk id="54" creationId="{FA802924-B260-75DE-7253-0D97D86471A6}"/>
          </ac:spMkLst>
        </pc:spChg>
        <pc:spChg chg="del">
          <ac:chgData name="Li, Hanchen F" userId="3aee791e-6a2d-4da7-a77b-fbdf7bf15886" providerId="ADAL" clId="{1EA8FAE0-933A-49DD-A724-68A18B8AE880}" dt="2026-03-16T16:25:59.833" v="1735" actId="478"/>
          <ac:spMkLst>
            <pc:docMk/>
            <pc:sldMk cId="3601829480" sldId="260"/>
            <ac:spMk id="55" creationId="{6A610530-F7BA-4081-813B-27156A2E3B63}"/>
          </ac:spMkLst>
        </pc:spChg>
        <pc:spChg chg="del">
          <ac:chgData name="Li, Hanchen F" userId="3aee791e-6a2d-4da7-a77b-fbdf7bf15886" providerId="ADAL" clId="{1EA8FAE0-933A-49DD-A724-68A18B8AE880}" dt="2026-03-16T16:25:59.833" v="1735" actId="478"/>
          <ac:spMkLst>
            <pc:docMk/>
            <pc:sldMk cId="3601829480" sldId="260"/>
            <ac:spMk id="59" creationId="{193A67B2-0E88-78E3-A110-DA6F6475EDEC}"/>
          </ac:spMkLst>
        </pc:spChg>
        <pc:spChg chg="del">
          <ac:chgData name="Li, Hanchen F" userId="3aee791e-6a2d-4da7-a77b-fbdf7bf15886" providerId="ADAL" clId="{1EA8FAE0-933A-49DD-A724-68A18B8AE880}" dt="2026-03-16T16:25:59.833" v="1735" actId="478"/>
          <ac:spMkLst>
            <pc:docMk/>
            <pc:sldMk cId="3601829480" sldId="260"/>
            <ac:spMk id="61" creationId="{C7D05C56-2E98-D159-22FD-3CB6D8AE3B12}"/>
          </ac:spMkLst>
        </pc:spChg>
        <pc:spChg chg="add del mod">
          <ac:chgData name="Li, Hanchen F" userId="3aee791e-6a2d-4da7-a77b-fbdf7bf15886" providerId="ADAL" clId="{1EA8FAE0-933A-49DD-A724-68A18B8AE880}" dt="2026-03-16T16:36:00.623" v="1878" actId="478"/>
          <ac:spMkLst>
            <pc:docMk/>
            <pc:sldMk cId="3601829480" sldId="260"/>
            <ac:spMk id="62" creationId="{49856CA0-E28F-EE34-35AE-D6E4519E8461}"/>
          </ac:spMkLst>
        </pc:spChg>
        <pc:spChg chg="add mod">
          <ac:chgData name="Li, Hanchen F" userId="3aee791e-6a2d-4da7-a77b-fbdf7bf15886" providerId="ADAL" clId="{1EA8FAE0-933A-49DD-A724-68A18B8AE880}" dt="2026-03-16T16:51:05.657" v="3010" actId="14100"/>
          <ac:spMkLst>
            <pc:docMk/>
            <pc:sldMk cId="3601829480" sldId="260"/>
            <ac:spMk id="63" creationId="{F114FEDF-DB33-6D27-0C7B-402685C3FEA6}"/>
          </ac:spMkLst>
        </pc:spChg>
        <pc:spChg chg="add mod">
          <ac:chgData name="Li, Hanchen F" userId="3aee791e-6a2d-4da7-a77b-fbdf7bf15886" providerId="ADAL" clId="{1EA8FAE0-933A-49DD-A724-68A18B8AE880}" dt="2026-03-16T16:44:23.496" v="2917" actId="1076"/>
          <ac:spMkLst>
            <pc:docMk/>
            <pc:sldMk cId="3601829480" sldId="260"/>
            <ac:spMk id="92" creationId="{791F1E7C-ADF1-8CD5-4AAD-B4FE4565B178}"/>
          </ac:spMkLst>
        </pc:spChg>
        <pc:spChg chg="add del mod">
          <ac:chgData name="Li, Hanchen F" userId="3aee791e-6a2d-4da7-a77b-fbdf7bf15886" providerId="ADAL" clId="{1EA8FAE0-933A-49DD-A724-68A18B8AE880}" dt="2026-03-16T16:45:58.946" v="2936" actId="478"/>
          <ac:spMkLst>
            <pc:docMk/>
            <pc:sldMk cId="3601829480" sldId="260"/>
            <ac:spMk id="94" creationId="{B32E1554-A733-E049-4E34-63FEFFFBBEB2}"/>
          </ac:spMkLst>
        </pc:spChg>
        <pc:spChg chg="add mod">
          <ac:chgData name="Li, Hanchen F" userId="3aee791e-6a2d-4da7-a77b-fbdf7bf15886" providerId="ADAL" clId="{1EA8FAE0-933A-49DD-A724-68A18B8AE880}" dt="2026-03-16T16:57:49.035" v="3105" actId="1076"/>
          <ac:spMkLst>
            <pc:docMk/>
            <pc:sldMk cId="3601829480" sldId="260"/>
            <ac:spMk id="96" creationId="{223E6F7E-EAC4-91F7-59DE-C034C907ADB0}"/>
          </ac:spMkLst>
        </pc:spChg>
        <pc:spChg chg="add mod">
          <ac:chgData name="Li, Hanchen F" userId="3aee791e-6a2d-4da7-a77b-fbdf7bf15886" providerId="ADAL" clId="{1EA8FAE0-933A-49DD-A724-68A18B8AE880}" dt="2026-03-16T16:53:04.930" v="3048" actId="207"/>
          <ac:spMkLst>
            <pc:docMk/>
            <pc:sldMk cId="3601829480" sldId="260"/>
            <ac:spMk id="132" creationId="{FEB56916-96C1-7BAE-CDDC-4445CCE47D29}"/>
          </ac:spMkLst>
        </pc:spChg>
        <pc:spChg chg="add mod">
          <ac:chgData name="Li, Hanchen F" userId="3aee791e-6a2d-4da7-a77b-fbdf7bf15886" providerId="ADAL" clId="{1EA8FAE0-933A-49DD-A724-68A18B8AE880}" dt="2026-03-16T16:55:34.242" v="3074" actId="14100"/>
          <ac:spMkLst>
            <pc:docMk/>
            <pc:sldMk cId="3601829480" sldId="260"/>
            <ac:spMk id="136" creationId="{9500AF6D-4FC1-F159-5F63-E87E7AFA2541}"/>
          </ac:spMkLst>
        </pc:spChg>
        <pc:spChg chg="add del mod">
          <ac:chgData name="Li, Hanchen F" userId="3aee791e-6a2d-4da7-a77b-fbdf7bf15886" providerId="ADAL" clId="{1EA8FAE0-933A-49DD-A724-68A18B8AE880}" dt="2026-03-16T16:57:51.109" v="3106" actId="478"/>
          <ac:spMkLst>
            <pc:docMk/>
            <pc:sldMk cId="3601829480" sldId="260"/>
            <ac:spMk id="148" creationId="{686255BF-BECA-1C16-7628-37F6D245DE76}"/>
          </ac:spMkLst>
        </pc:spChg>
        <pc:spChg chg="add del mod">
          <ac:chgData name="Li, Hanchen F" userId="3aee791e-6a2d-4da7-a77b-fbdf7bf15886" providerId="ADAL" clId="{1EA8FAE0-933A-49DD-A724-68A18B8AE880}" dt="2026-03-16T16:59:38.695" v="3130" actId="478"/>
          <ac:spMkLst>
            <pc:docMk/>
            <pc:sldMk cId="3601829480" sldId="260"/>
            <ac:spMk id="149" creationId="{D6AD3BCF-B246-03EC-9672-42D595F687CE}"/>
          </ac:spMkLst>
        </pc:spChg>
        <pc:spChg chg="add mod">
          <ac:chgData name="Li, Hanchen F" userId="3aee791e-6a2d-4da7-a77b-fbdf7bf15886" providerId="ADAL" clId="{1EA8FAE0-933A-49DD-A724-68A18B8AE880}" dt="2026-03-16T17:06:26.596" v="3198" actId="20577"/>
          <ac:spMkLst>
            <pc:docMk/>
            <pc:sldMk cId="3601829480" sldId="260"/>
            <ac:spMk id="157" creationId="{C0D6F6BC-1F30-7B2F-2C54-BE620694E6E6}"/>
          </ac:spMkLst>
        </pc:spChg>
        <pc:grpChg chg="add mod">
          <ac:chgData name="Li, Hanchen F" userId="3aee791e-6a2d-4da7-a77b-fbdf7bf15886" providerId="ADAL" clId="{1EA8FAE0-933A-49DD-A724-68A18B8AE880}" dt="2026-03-16T16:35:26.314" v="1867" actId="1076"/>
          <ac:grpSpMkLst>
            <pc:docMk/>
            <pc:sldMk cId="3601829480" sldId="260"/>
            <ac:grpSpMk id="45" creationId="{FF58B426-DE29-A57F-8B57-2B3E3E28F296}"/>
          </ac:grpSpMkLst>
        </pc:grpChg>
        <pc:grpChg chg="add mod">
          <ac:chgData name="Li, Hanchen F" userId="3aee791e-6a2d-4da7-a77b-fbdf7bf15886" providerId="ADAL" clId="{1EA8FAE0-933A-49DD-A724-68A18B8AE880}" dt="2026-03-16T16:33:32.476" v="1829" actId="1076"/>
          <ac:grpSpMkLst>
            <pc:docMk/>
            <pc:sldMk cId="3601829480" sldId="260"/>
            <ac:grpSpMk id="48" creationId="{00C62610-6248-D9F6-F870-1310F77B9D78}"/>
          </ac:grpSpMkLst>
        </pc:grpChg>
        <pc:grpChg chg="add mod">
          <ac:chgData name="Li, Hanchen F" userId="3aee791e-6a2d-4da7-a77b-fbdf7bf15886" providerId="ADAL" clId="{1EA8FAE0-933A-49DD-A724-68A18B8AE880}" dt="2026-03-16T16:43:38.141" v="2911" actId="14861"/>
          <ac:grpSpMkLst>
            <pc:docMk/>
            <pc:sldMk cId="3601829480" sldId="260"/>
            <ac:grpSpMk id="93" creationId="{244AA9C1-5E07-A14B-0D4C-E801B1456F50}"/>
          </ac:grpSpMkLst>
        </pc:grpChg>
        <pc:grpChg chg="add mod">
          <ac:chgData name="Li, Hanchen F" userId="3aee791e-6a2d-4da7-a77b-fbdf7bf15886" providerId="ADAL" clId="{1EA8FAE0-933A-49DD-A724-68A18B8AE880}" dt="2026-03-16T16:46:40.996" v="2953" actId="1076"/>
          <ac:grpSpMkLst>
            <pc:docMk/>
            <pc:sldMk cId="3601829480" sldId="260"/>
            <ac:grpSpMk id="97" creationId="{726F47DF-DC4D-A9E1-35B8-F9671DEE85EC}"/>
          </ac:grpSpMkLst>
        </pc:grpChg>
        <pc:grpChg chg="add mod">
          <ac:chgData name="Li, Hanchen F" userId="3aee791e-6a2d-4da7-a77b-fbdf7bf15886" providerId="ADAL" clId="{1EA8FAE0-933A-49DD-A724-68A18B8AE880}" dt="2026-03-16T16:48:16.311" v="2966" actId="1076"/>
          <ac:grpSpMkLst>
            <pc:docMk/>
            <pc:sldMk cId="3601829480" sldId="260"/>
            <ac:grpSpMk id="104" creationId="{F6B8C7C2-79F6-AEFF-0EB7-0CC98069A858}"/>
          </ac:grpSpMkLst>
        </pc:grpChg>
        <pc:grpChg chg="add mod">
          <ac:chgData name="Li, Hanchen F" userId="3aee791e-6a2d-4da7-a77b-fbdf7bf15886" providerId="ADAL" clId="{1EA8FAE0-933A-49DD-A724-68A18B8AE880}" dt="2026-03-16T16:49:38.482" v="2990"/>
          <ac:grpSpMkLst>
            <pc:docMk/>
            <pc:sldMk cId="3601829480" sldId="260"/>
            <ac:grpSpMk id="117" creationId="{323D098F-BFD7-CB49-30F1-211C01F31ACC}"/>
          </ac:grpSpMkLst>
        </pc:grpChg>
        <pc:grpChg chg="add mod">
          <ac:chgData name="Li, Hanchen F" userId="3aee791e-6a2d-4da7-a77b-fbdf7bf15886" providerId="ADAL" clId="{1EA8FAE0-933A-49DD-A724-68A18B8AE880}" dt="2026-03-16T16:56:45.320" v="3089" actId="14100"/>
          <ac:grpSpMkLst>
            <pc:docMk/>
            <pc:sldMk cId="3601829480" sldId="260"/>
            <ac:grpSpMk id="139" creationId="{38130447-C12B-A7B8-EB4C-5922EB5047DA}"/>
          </ac:grpSpMkLst>
        </pc:grpChg>
        <pc:picChg chg="add mod modCrop">
          <ac:chgData name="Li, Hanchen F" userId="3aee791e-6a2d-4da7-a77b-fbdf7bf15886" providerId="ADAL" clId="{1EA8FAE0-933A-49DD-A724-68A18B8AE880}" dt="2026-03-16T16:31:52.685" v="1781" actId="164"/>
          <ac:picMkLst>
            <pc:docMk/>
            <pc:sldMk cId="3601829480" sldId="260"/>
            <ac:picMk id="34" creationId="{84503412-639B-F7DD-9180-D6A8BDB36F6C}"/>
          </ac:picMkLst>
        </pc:picChg>
        <pc:picChg chg="add mod modCrop">
          <ac:chgData name="Li, Hanchen F" userId="3aee791e-6a2d-4da7-a77b-fbdf7bf15886" providerId="ADAL" clId="{1EA8FAE0-933A-49DD-A724-68A18B8AE880}" dt="2026-03-16T16:50:36.567" v="3003" actId="1076"/>
          <ac:picMkLst>
            <pc:docMk/>
            <pc:sldMk cId="3601829480" sldId="260"/>
            <ac:picMk id="37" creationId="{C09BB204-9C6C-3C04-182A-FEBA2E4B5413}"/>
          </ac:picMkLst>
        </pc:picChg>
        <pc:picChg chg="add del mod ord modCrop">
          <ac:chgData name="Li, Hanchen F" userId="3aee791e-6a2d-4da7-a77b-fbdf7bf15886" providerId="ADAL" clId="{1EA8FAE0-933A-49DD-A724-68A18B8AE880}" dt="2026-03-16T16:44:37.491" v="2924" actId="1038"/>
          <ac:picMkLst>
            <pc:docMk/>
            <pc:sldMk cId="3601829480" sldId="260"/>
            <ac:picMk id="38" creationId="{B226DDD7-0D3C-C8C4-F666-4CA16C1D3391}"/>
          </ac:picMkLst>
        </pc:picChg>
        <pc:picChg chg="add mod modCrop">
          <ac:chgData name="Li, Hanchen F" userId="3aee791e-6a2d-4da7-a77b-fbdf7bf15886" providerId="ADAL" clId="{1EA8FAE0-933A-49DD-A724-68A18B8AE880}" dt="2026-03-16T16:36:08.428" v="1879" actId="14100"/>
          <ac:picMkLst>
            <pc:docMk/>
            <pc:sldMk cId="3601829480" sldId="260"/>
            <ac:picMk id="42" creationId="{B632C22F-E55E-2C15-352E-71B3B3268CCD}"/>
          </ac:picMkLst>
        </pc:picChg>
        <pc:picChg chg="add del">
          <ac:chgData name="Li, Hanchen F" userId="3aee791e-6a2d-4da7-a77b-fbdf7bf15886" providerId="ADAL" clId="{1EA8FAE0-933A-49DD-A724-68A18B8AE880}" dt="2026-03-16T17:01:07.034" v="3132" actId="22"/>
          <ac:picMkLst>
            <pc:docMk/>
            <pc:sldMk cId="3601829480" sldId="260"/>
            <ac:picMk id="152" creationId="{6D7934B7-6D72-DD45-CDEC-908478269F33}"/>
          </ac:picMkLst>
        </pc:picChg>
        <pc:picChg chg="add del mod">
          <ac:chgData name="Li, Hanchen F" userId="3aee791e-6a2d-4da7-a77b-fbdf7bf15886" providerId="ADAL" clId="{1EA8FAE0-933A-49DD-A724-68A18B8AE880}" dt="2026-03-16T17:05:21.514" v="3139" actId="478"/>
          <ac:picMkLst>
            <pc:docMk/>
            <pc:sldMk cId="3601829480" sldId="260"/>
            <ac:picMk id="154" creationId="{CE7E5B28-B3EF-A7A1-C877-59BF443AFEDD}"/>
          </ac:picMkLst>
        </pc:picChg>
        <pc:picChg chg="add mod">
          <ac:chgData name="Li, Hanchen F" userId="3aee791e-6a2d-4da7-a77b-fbdf7bf15886" providerId="ADAL" clId="{1EA8FAE0-933A-49DD-A724-68A18B8AE880}" dt="2026-03-16T17:06:23.419" v="3196" actId="1076"/>
          <ac:picMkLst>
            <pc:docMk/>
            <pc:sldMk cId="3601829480" sldId="260"/>
            <ac:picMk id="156" creationId="{7F952B11-04CF-2366-921E-1E3D86B8DA42}"/>
          </ac:picMkLst>
        </pc:picChg>
        <pc:cxnChg chg="mod">
          <ac:chgData name="Li, Hanchen F" userId="3aee791e-6a2d-4da7-a77b-fbdf7bf15886" providerId="ADAL" clId="{1EA8FAE0-933A-49DD-A724-68A18B8AE880}" dt="2026-03-16T16:33:25.142" v="1821"/>
          <ac:cxnSpMkLst>
            <pc:docMk/>
            <pc:sldMk cId="3601829480" sldId="260"/>
            <ac:cxnSpMk id="51" creationId="{5B64D195-D00F-F8FF-5414-EE23D96BB564}"/>
          </ac:cxnSpMkLst>
        </pc:cxnChg>
        <pc:cxnChg chg="mod">
          <ac:chgData name="Li, Hanchen F" userId="3aee791e-6a2d-4da7-a77b-fbdf7bf15886" providerId="ADAL" clId="{1EA8FAE0-933A-49DD-A724-68A18B8AE880}" dt="2026-03-16T16:33:25.142" v="1821"/>
          <ac:cxnSpMkLst>
            <pc:docMk/>
            <pc:sldMk cId="3601829480" sldId="260"/>
            <ac:cxnSpMk id="56" creationId="{39A60258-A7E0-FB61-230B-476DBE02FABA}"/>
          </ac:cxnSpMkLst>
        </pc:cxnChg>
        <pc:cxnChg chg="add del mod">
          <ac:chgData name="Li, Hanchen F" userId="3aee791e-6a2d-4da7-a77b-fbdf7bf15886" providerId="ADAL" clId="{1EA8FAE0-933A-49DD-A724-68A18B8AE880}" dt="2026-03-16T17:07:16.468" v="3199" actId="478"/>
          <ac:cxnSpMkLst>
            <pc:docMk/>
            <pc:sldMk cId="3601829480" sldId="260"/>
            <ac:cxnSpMk id="65" creationId="{2D982D7A-48D5-8845-B3FE-DFFFAA9772EC}"/>
          </ac:cxnSpMkLst>
        </pc:cxnChg>
        <pc:cxnChg chg="add del">
          <ac:chgData name="Li, Hanchen F" userId="3aee791e-6a2d-4da7-a77b-fbdf7bf15886" providerId="ADAL" clId="{1EA8FAE0-933A-49DD-A724-68A18B8AE880}" dt="2026-03-16T16:39:17.260" v="2620" actId="11529"/>
          <ac:cxnSpMkLst>
            <pc:docMk/>
            <pc:sldMk cId="3601829480" sldId="260"/>
            <ac:cxnSpMk id="67" creationId="{C9C8A10B-DB7A-1BF7-D0CB-900C69969165}"/>
          </ac:cxnSpMkLst>
        </pc:cxnChg>
        <pc:cxnChg chg="add del">
          <ac:chgData name="Li, Hanchen F" userId="3aee791e-6a2d-4da7-a77b-fbdf7bf15886" providerId="ADAL" clId="{1EA8FAE0-933A-49DD-A724-68A18B8AE880}" dt="2026-03-16T16:39:28.484" v="2622" actId="11529"/>
          <ac:cxnSpMkLst>
            <pc:docMk/>
            <pc:sldMk cId="3601829480" sldId="260"/>
            <ac:cxnSpMk id="69" creationId="{A0EC0ABB-CB23-04BD-F1AC-12D71AAC20B5}"/>
          </ac:cxnSpMkLst>
        </pc:cxnChg>
        <pc:cxnChg chg="add del">
          <ac:chgData name="Li, Hanchen F" userId="3aee791e-6a2d-4da7-a77b-fbdf7bf15886" providerId="ADAL" clId="{1EA8FAE0-933A-49DD-A724-68A18B8AE880}" dt="2026-03-16T16:39:36.684" v="2624" actId="11529"/>
          <ac:cxnSpMkLst>
            <pc:docMk/>
            <pc:sldMk cId="3601829480" sldId="260"/>
            <ac:cxnSpMk id="71" creationId="{A8940E59-B21B-542E-4848-0B4D2F4EB784}"/>
          </ac:cxnSpMkLst>
        </pc:cxnChg>
        <pc:cxnChg chg="add mod">
          <ac:chgData name="Li, Hanchen F" userId="3aee791e-6a2d-4da7-a77b-fbdf7bf15886" providerId="ADAL" clId="{1EA8FAE0-933A-49DD-A724-68A18B8AE880}" dt="2026-03-16T16:43:14.933" v="2664" actId="164"/>
          <ac:cxnSpMkLst>
            <pc:docMk/>
            <pc:sldMk cId="3601829480" sldId="260"/>
            <ac:cxnSpMk id="73" creationId="{A3A91A2E-7852-FC83-BF92-BF52241D1080}"/>
          </ac:cxnSpMkLst>
        </pc:cxnChg>
        <pc:cxnChg chg="add mod">
          <ac:chgData name="Li, Hanchen F" userId="3aee791e-6a2d-4da7-a77b-fbdf7bf15886" providerId="ADAL" clId="{1EA8FAE0-933A-49DD-A724-68A18B8AE880}" dt="2026-03-16T16:43:14.933" v="2664" actId="164"/>
          <ac:cxnSpMkLst>
            <pc:docMk/>
            <pc:sldMk cId="3601829480" sldId="260"/>
            <ac:cxnSpMk id="81" creationId="{490367D2-3871-1604-4466-5893EC9691DD}"/>
          </ac:cxnSpMkLst>
        </pc:cxnChg>
        <pc:cxnChg chg="mod">
          <ac:chgData name="Li, Hanchen F" userId="3aee791e-6a2d-4da7-a77b-fbdf7bf15886" providerId="ADAL" clId="{1EA8FAE0-933A-49DD-A724-68A18B8AE880}" dt="2026-03-16T16:57:46.812" v="3103" actId="692"/>
          <ac:cxnSpMkLst>
            <pc:docMk/>
            <pc:sldMk cId="3601829480" sldId="260"/>
            <ac:cxnSpMk id="98" creationId="{5B8710CF-6427-DFDB-2CC3-B7F5BC317BAA}"/>
          </ac:cxnSpMkLst>
        </pc:cxnChg>
        <pc:cxnChg chg="mod">
          <ac:chgData name="Li, Hanchen F" userId="3aee791e-6a2d-4da7-a77b-fbdf7bf15886" providerId="ADAL" clId="{1EA8FAE0-933A-49DD-A724-68A18B8AE880}" dt="2026-03-16T16:57:49.035" v="3105" actId="1076"/>
          <ac:cxnSpMkLst>
            <pc:docMk/>
            <pc:sldMk cId="3601829480" sldId="260"/>
            <ac:cxnSpMk id="99" creationId="{D30FDA9A-B44C-7A28-85F1-967F50148D04}"/>
          </ac:cxnSpMkLst>
        </pc:cxnChg>
        <pc:cxnChg chg="mod">
          <ac:chgData name="Li, Hanchen F" userId="3aee791e-6a2d-4da7-a77b-fbdf7bf15886" providerId="ADAL" clId="{1EA8FAE0-933A-49DD-A724-68A18B8AE880}" dt="2026-03-16T16:48:56.442" v="2977" actId="14100"/>
          <ac:cxnSpMkLst>
            <pc:docMk/>
            <pc:sldMk cId="3601829480" sldId="260"/>
            <ac:cxnSpMk id="105" creationId="{F12C5782-1761-F746-A380-93E323ABC10D}"/>
          </ac:cxnSpMkLst>
        </pc:cxnChg>
        <pc:cxnChg chg="mod">
          <ac:chgData name="Li, Hanchen F" userId="3aee791e-6a2d-4da7-a77b-fbdf7bf15886" providerId="ADAL" clId="{1EA8FAE0-933A-49DD-A724-68A18B8AE880}" dt="2026-03-16T16:55:37.342" v="3075" actId="14100"/>
          <ac:cxnSpMkLst>
            <pc:docMk/>
            <pc:sldMk cId="3601829480" sldId="260"/>
            <ac:cxnSpMk id="106" creationId="{367B6F0B-1F0E-9BB2-A188-C5E687862AA6}"/>
          </ac:cxnSpMkLst>
        </pc:cxnChg>
        <pc:cxnChg chg="mod">
          <ac:chgData name="Li, Hanchen F" userId="3aee791e-6a2d-4da7-a77b-fbdf7bf15886" providerId="ADAL" clId="{1EA8FAE0-933A-49DD-A724-68A18B8AE880}" dt="2026-03-16T16:50:18.023" v="2999" actId="692"/>
          <ac:cxnSpMkLst>
            <pc:docMk/>
            <pc:sldMk cId="3601829480" sldId="260"/>
            <ac:cxnSpMk id="118" creationId="{FADF621A-A40E-F801-D6BD-44BCB595F9FA}"/>
          </ac:cxnSpMkLst>
        </pc:cxnChg>
        <pc:cxnChg chg="mod">
          <ac:chgData name="Li, Hanchen F" userId="3aee791e-6a2d-4da7-a77b-fbdf7bf15886" providerId="ADAL" clId="{1EA8FAE0-933A-49DD-A724-68A18B8AE880}" dt="2026-03-16T16:53:00.585" v="3046" actId="14100"/>
          <ac:cxnSpMkLst>
            <pc:docMk/>
            <pc:sldMk cId="3601829480" sldId="260"/>
            <ac:cxnSpMk id="119" creationId="{116040EE-5590-EDE1-2067-00412E180FFB}"/>
          </ac:cxnSpMkLst>
        </pc:cxnChg>
        <pc:cxnChg chg="mod">
          <ac:chgData name="Li, Hanchen F" userId="3aee791e-6a2d-4da7-a77b-fbdf7bf15886" providerId="ADAL" clId="{1EA8FAE0-933A-49DD-A724-68A18B8AE880}" dt="2026-03-16T16:57:06.988" v="3096" actId="14100"/>
          <ac:cxnSpMkLst>
            <pc:docMk/>
            <pc:sldMk cId="3601829480" sldId="260"/>
            <ac:cxnSpMk id="140" creationId="{C7B6B979-85D8-D7CC-B537-7B16ED999594}"/>
          </ac:cxnSpMkLst>
        </pc:cxnChg>
        <pc:cxnChg chg="mod">
          <ac:chgData name="Li, Hanchen F" userId="3aee791e-6a2d-4da7-a77b-fbdf7bf15886" providerId="ADAL" clId="{1EA8FAE0-933A-49DD-A724-68A18B8AE880}" dt="2026-03-16T16:59:38.695" v="3130" actId="478"/>
          <ac:cxnSpMkLst>
            <pc:docMk/>
            <pc:sldMk cId="3601829480" sldId="260"/>
            <ac:cxnSpMk id="141" creationId="{532268C6-1CF2-232B-3609-71DF18EADE88}"/>
          </ac:cxnSpMkLst>
        </pc:cxn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imperiallondon-my.sharepoint.com/personal/hl3422_ic_ac_uk/Documents/Year%204/Final%20Year%20Project/02%20-%20Experiment/01%20-%20Thermal/Thermal%20Measurements%20-%20&#21103;&#26412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24698733299006786"/>
          <c:y val="3.1839382189102636E-2"/>
          <c:w val="0.72597383992412745"/>
          <c:h val="0.83226655174954467"/>
        </c:manualLayout>
      </c:layout>
      <c:scatterChart>
        <c:scatterStyle val="lineMarker"/>
        <c:varyColors val="0"/>
        <c:ser>
          <c:idx val="0"/>
          <c:order val="0"/>
          <c:tx>
            <c:v>y = 4.8</c:v>
          </c:tx>
          <c:spPr>
            <a:ln w="1905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z!$A$14:$O$14</c:f>
              <c:numCache>
                <c:formatCode>General</c:formatCode>
                <c:ptCount val="15"/>
                <c:pt idx="0">
                  <c:v>4.8</c:v>
                </c:pt>
                <c:pt idx="1">
                  <c:v>4.8</c:v>
                </c:pt>
                <c:pt idx="2">
                  <c:v>4.8</c:v>
                </c:pt>
                <c:pt idx="3">
                  <c:v>4.8</c:v>
                </c:pt>
                <c:pt idx="4">
                  <c:v>4.8</c:v>
                </c:pt>
                <c:pt idx="5">
                  <c:v>4.8</c:v>
                </c:pt>
                <c:pt idx="6">
                  <c:v>4.8</c:v>
                </c:pt>
                <c:pt idx="7">
                  <c:v>4.8</c:v>
                </c:pt>
                <c:pt idx="8">
                  <c:v>4.8</c:v>
                </c:pt>
                <c:pt idx="9">
                  <c:v>4.8</c:v>
                </c:pt>
                <c:pt idx="10">
                  <c:v>4.8</c:v>
                </c:pt>
                <c:pt idx="11">
                  <c:v>4.8</c:v>
                </c:pt>
                <c:pt idx="12">
                  <c:v>4.8</c:v>
                </c:pt>
                <c:pt idx="13">
                  <c:v>4.8</c:v>
                </c:pt>
                <c:pt idx="14">
                  <c:v>4.8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BDA0-45B9-B360-91FA41A91204}"/>
            </c:ext>
          </c:extLst>
        </c:ser>
        <c:ser>
          <c:idx val="1"/>
          <c:order val="1"/>
          <c:tx>
            <c:v>y = 4.4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z!$A$13:$O$13</c:f>
              <c:numCache>
                <c:formatCode>General</c:formatCode>
                <c:ptCount val="15"/>
                <c:pt idx="0">
                  <c:v>4.3999999999999995</c:v>
                </c:pt>
                <c:pt idx="1">
                  <c:v>4.3999999999999995</c:v>
                </c:pt>
                <c:pt idx="2">
                  <c:v>4.3999999999999995</c:v>
                </c:pt>
                <c:pt idx="3">
                  <c:v>4.3999999999999995</c:v>
                </c:pt>
                <c:pt idx="4">
                  <c:v>4.3999999999999995</c:v>
                </c:pt>
                <c:pt idx="5">
                  <c:v>4.3999999999999995</c:v>
                </c:pt>
                <c:pt idx="6">
                  <c:v>4.3999999999999995</c:v>
                </c:pt>
                <c:pt idx="7">
                  <c:v>4.3999999999999995</c:v>
                </c:pt>
                <c:pt idx="8">
                  <c:v>4.3999999999999995</c:v>
                </c:pt>
                <c:pt idx="9">
                  <c:v>4.3999999999999995</c:v>
                </c:pt>
                <c:pt idx="10">
                  <c:v>4.3999999999999995</c:v>
                </c:pt>
                <c:pt idx="11">
                  <c:v>4.3999999999999995</c:v>
                </c:pt>
                <c:pt idx="12">
                  <c:v>4.3999999999999995</c:v>
                </c:pt>
                <c:pt idx="13">
                  <c:v>4.3999999999999995</c:v>
                </c:pt>
                <c:pt idx="14">
                  <c:v>4.3999999999999995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BDA0-45B9-B360-91FA41A91204}"/>
            </c:ext>
          </c:extLst>
        </c:ser>
        <c:ser>
          <c:idx val="3"/>
          <c:order val="2"/>
          <c:tx>
            <c:v>y = 3.6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z!$A$11:$O$11</c:f>
              <c:numCache>
                <c:formatCode>General</c:formatCode>
                <c:ptCount val="15"/>
                <c:pt idx="0">
                  <c:v>3.5999999999999996</c:v>
                </c:pt>
                <c:pt idx="1">
                  <c:v>3.5999999999999996</c:v>
                </c:pt>
                <c:pt idx="2">
                  <c:v>3.5999999999999996</c:v>
                </c:pt>
                <c:pt idx="3">
                  <c:v>3.5999999999999996</c:v>
                </c:pt>
                <c:pt idx="4">
                  <c:v>3.5999999999999996</c:v>
                </c:pt>
                <c:pt idx="5">
                  <c:v>3.5999999999999996</c:v>
                </c:pt>
                <c:pt idx="6">
                  <c:v>3.5999999999999996</c:v>
                </c:pt>
                <c:pt idx="7">
                  <c:v>3.5999999999999996</c:v>
                </c:pt>
                <c:pt idx="8">
                  <c:v>3.5999999999999996</c:v>
                </c:pt>
                <c:pt idx="9">
                  <c:v>3.5999999999999996</c:v>
                </c:pt>
                <c:pt idx="10">
                  <c:v>3.5999999999999996</c:v>
                </c:pt>
                <c:pt idx="11">
                  <c:v>3.5999999999999996</c:v>
                </c:pt>
                <c:pt idx="12">
                  <c:v>3.5999999999999996</c:v>
                </c:pt>
                <c:pt idx="13">
                  <c:v>3.5999999999999996</c:v>
                </c:pt>
                <c:pt idx="14">
                  <c:v>3.5999999999999996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BDA0-45B9-B360-91FA41A91204}"/>
            </c:ext>
          </c:extLst>
        </c:ser>
        <c:ser>
          <c:idx val="2"/>
          <c:order val="3"/>
          <c:tx>
            <c:v>y = 4.0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z!$A$12:$O$12</c:f>
              <c:numCache>
                <c:formatCode>General</c:formatCode>
                <c:ptCount val="15"/>
                <c:pt idx="0">
                  <c:v>3.9999999999999996</c:v>
                </c:pt>
                <c:pt idx="1">
                  <c:v>3.9999999999999996</c:v>
                </c:pt>
                <c:pt idx="2">
                  <c:v>3.9999999999999996</c:v>
                </c:pt>
                <c:pt idx="3">
                  <c:v>3.9999999999999996</c:v>
                </c:pt>
                <c:pt idx="4">
                  <c:v>3.9999999999999996</c:v>
                </c:pt>
                <c:pt idx="5">
                  <c:v>3.9999999999999996</c:v>
                </c:pt>
                <c:pt idx="6">
                  <c:v>3.9999999999999996</c:v>
                </c:pt>
                <c:pt idx="7">
                  <c:v>3.9999999999999996</c:v>
                </c:pt>
                <c:pt idx="8">
                  <c:v>3.9999999999999996</c:v>
                </c:pt>
                <c:pt idx="9">
                  <c:v>3.9999999999999996</c:v>
                </c:pt>
                <c:pt idx="10">
                  <c:v>3.9999999999999996</c:v>
                </c:pt>
                <c:pt idx="11">
                  <c:v>3.9999999999999996</c:v>
                </c:pt>
                <c:pt idx="12">
                  <c:v>3.9999999999999996</c:v>
                </c:pt>
                <c:pt idx="13">
                  <c:v>3.9999999999999996</c:v>
                </c:pt>
                <c:pt idx="14">
                  <c:v>3.9999999999999996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BDA0-45B9-B360-91FA41A91204}"/>
            </c:ext>
          </c:extLst>
        </c:ser>
        <c:ser>
          <c:idx val="4"/>
          <c:order val="4"/>
          <c:tx>
            <c:v>y = 3.2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dPt>
            <c:idx val="0"/>
            <c:marker>
              <c:symbol val="x"/>
              <c:size val="10"/>
              <c:spPr>
                <a:noFill/>
                <a:ln w="19050">
                  <a:solidFill>
                    <a:srgbClr val="692F7C"/>
                  </a:solidFill>
                </a:ln>
                <a:effectLst/>
              </c:spPr>
            </c:marker>
            <c:bubble3D val="0"/>
            <c:spPr>
              <a:ln w="25400" cap="rnd">
                <a:solidFill>
                  <a:srgbClr val="D96558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0-2043-4A5F-AE33-EC22948FF6E8}"/>
              </c:ext>
            </c:extLst>
          </c:dPt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z!$A$10:$O$10</c:f>
              <c:numCache>
                <c:formatCode>General</c:formatCode>
                <c:ptCount val="15"/>
                <c:pt idx="0">
                  <c:v>3.1999999999999997</c:v>
                </c:pt>
                <c:pt idx="1">
                  <c:v>3.1999999999999997</c:v>
                </c:pt>
                <c:pt idx="2">
                  <c:v>3.1999999999999997</c:v>
                </c:pt>
                <c:pt idx="3">
                  <c:v>3.1999999999999997</c:v>
                </c:pt>
                <c:pt idx="4">
                  <c:v>3.1999999999999997</c:v>
                </c:pt>
                <c:pt idx="5">
                  <c:v>3.1999999999999997</c:v>
                </c:pt>
                <c:pt idx="6">
                  <c:v>3.1999999999999997</c:v>
                </c:pt>
                <c:pt idx="7">
                  <c:v>3.1999999999999997</c:v>
                </c:pt>
                <c:pt idx="8">
                  <c:v>3.1999999999999997</c:v>
                </c:pt>
                <c:pt idx="9">
                  <c:v>3.1999999999999997</c:v>
                </c:pt>
                <c:pt idx="10">
                  <c:v>3.1999999999999997</c:v>
                </c:pt>
                <c:pt idx="11">
                  <c:v>3.1999999999999997</c:v>
                </c:pt>
                <c:pt idx="12">
                  <c:v>3.1999999999999997</c:v>
                </c:pt>
                <c:pt idx="13">
                  <c:v>3.1999999999999997</c:v>
                </c:pt>
                <c:pt idx="14">
                  <c:v>3.1999999999999997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DA0-45B9-B360-91FA41A91204}"/>
            </c:ext>
          </c:extLst>
        </c:ser>
        <c:ser>
          <c:idx val="5"/>
          <c:order val="5"/>
          <c:tx>
            <c:v>y = 2.8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z!$A$9:$O$9</c:f>
              <c:numCache>
                <c:formatCode>General</c:formatCode>
                <c:ptCount val="15"/>
                <c:pt idx="0">
                  <c:v>2.8</c:v>
                </c:pt>
                <c:pt idx="1">
                  <c:v>2.8</c:v>
                </c:pt>
                <c:pt idx="2">
                  <c:v>2.8</c:v>
                </c:pt>
                <c:pt idx="3">
                  <c:v>2.8</c:v>
                </c:pt>
                <c:pt idx="4">
                  <c:v>2.8</c:v>
                </c:pt>
                <c:pt idx="5">
                  <c:v>2.8</c:v>
                </c:pt>
                <c:pt idx="6">
                  <c:v>2.8</c:v>
                </c:pt>
                <c:pt idx="7">
                  <c:v>2.8</c:v>
                </c:pt>
                <c:pt idx="8">
                  <c:v>2.8</c:v>
                </c:pt>
                <c:pt idx="9">
                  <c:v>2.8</c:v>
                </c:pt>
                <c:pt idx="10">
                  <c:v>2.8</c:v>
                </c:pt>
                <c:pt idx="11">
                  <c:v>2.8</c:v>
                </c:pt>
                <c:pt idx="12">
                  <c:v>2.8</c:v>
                </c:pt>
                <c:pt idx="13">
                  <c:v>2.8</c:v>
                </c:pt>
                <c:pt idx="14">
                  <c:v>2.8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BDA0-45B9-B360-91FA41A91204}"/>
            </c:ext>
          </c:extLst>
        </c:ser>
        <c:ser>
          <c:idx val="6"/>
          <c:order val="6"/>
          <c:tx>
            <c:v>y = 2.4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z!$A$8:$O$8</c:f>
              <c:numCache>
                <c:formatCode>General</c:formatCode>
                <c:ptCount val="15"/>
                <c:pt idx="0">
                  <c:v>2.4</c:v>
                </c:pt>
                <c:pt idx="1">
                  <c:v>2.4</c:v>
                </c:pt>
                <c:pt idx="2">
                  <c:v>2.4</c:v>
                </c:pt>
                <c:pt idx="3">
                  <c:v>2.4</c:v>
                </c:pt>
                <c:pt idx="4">
                  <c:v>2.4</c:v>
                </c:pt>
                <c:pt idx="5">
                  <c:v>2.4</c:v>
                </c:pt>
                <c:pt idx="6">
                  <c:v>2.4</c:v>
                </c:pt>
                <c:pt idx="7">
                  <c:v>2.4</c:v>
                </c:pt>
                <c:pt idx="8">
                  <c:v>2.4</c:v>
                </c:pt>
                <c:pt idx="9">
                  <c:v>2.4</c:v>
                </c:pt>
                <c:pt idx="10">
                  <c:v>2.4</c:v>
                </c:pt>
                <c:pt idx="11">
                  <c:v>2.4</c:v>
                </c:pt>
                <c:pt idx="12">
                  <c:v>2.4</c:v>
                </c:pt>
                <c:pt idx="13">
                  <c:v>2.4</c:v>
                </c:pt>
                <c:pt idx="14">
                  <c:v>2.4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BDA0-45B9-B360-91FA41A91204}"/>
            </c:ext>
          </c:extLst>
        </c:ser>
        <c:ser>
          <c:idx val="7"/>
          <c:order val="7"/>
          <c:tx>
            <c:v>y = 2.0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z!$A$7:$O$7</c:f>
              <c:numCache>
                <c:formatCode>General</c:formatCode>
                <c:ptCount val="15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  <c:pt idx="7">
                  <c:v>2</c:v>
                </c:pt>
                <c:pt idx="8">
                  <c:v>2</c:v>
                </c:pt>
                <c:pt idx="9">
                  <c:v>2</c:v>
                </c:pt>
                <c:pt idx="10">
                  <c:v>2</c:v>
                </c:pt>
                <c:pt idx="11">
                  <c:v>2</c:v>
                </c:pt>
                <c:pt idx="12">
                  <c:v>2</c:v>
                </c:pt>
                <c:pt idx="13">
                  <c:v>2</c:v>
                </c:pt>
                <c:pt idx="14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7-BDA0-45B9-B360-91FA41A91204}"/>
            </c:ext>
          </c:extLst>
        </c:ser>
        <c:ser>
          <c:idx val="8"/>
          <c:order val="8"/>
          <c:tx>
            <c:v>y = 1.6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z!$A$6:$O$6</c:f>
              <c:numCache>
                <c:formatCode>General</c:formatCode>
                <c:ptCount val="15"/>
                <c:pt idx="0">
                  <c:v>1.6</c:v>
                </c:pt>
                <c:pt idx="1">
                  <c:v>1.6</c:v>
                </c:pt>
                <c:pt idx="2">
                  <c:v>1.6</c:v>
                </c:pt>
                <c:pt idx="3">
                  <c:v>1.6</c:v>
                </c:pt>
                <c:pt idx="4">
                  <c:v>1.6</c:v>
                </c:pt>
                <c:pt idx="5">
                  <c:v>1.6</c:v>
                </c:pt>
                <c:pt idx="6">
                  <c:v>1.6</c:v>
                </c:pt>
                <c:pt idx="7">
                  <c:v>1.6</c:v>
                </c:pt>
                <c:pt idx="8">
                  <c:v>1.6</c:v>
                </c:pt>
                <c:pt idx="9">
                  <c:v>1.6</c:v>
                </c:pt>
                <c:pt idx="10">
                  <c:v>1.6</c:v>
                </c:pt>
                <c:pt idx="11">
                  <c:v>1.6</c:v>
                </c:pt>
                <c:pt idx="12">
                  <c:v>1.6</c:v>
                </c:pt>
                <c:pt idx="13">
                  <c:v>1.6</c:v>
                </c:pt>
                <c:pt idx="14">
                  <c:v>1.6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8-BDA0-45B9-B360-91FA41A91204}"/>
            </c:ext>
          </c:extLst>
        </c:ser>
        <c:ser>
          <c:idx val="9"/>
          <c:order val="9"/>
          <c:tx>
            <c:v>y = 1.2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z!$A$5:$O$5</c:f>
              <c:numCache>
                <c:formatCode>General</c:formatCode>
                <c:ptCount val="15"/>
                <c:pt idx="0">
                  <c:v>1.2000000000000002</c:v>
                </c:pt>
                <c:pt idx="1">
                  <c:v>1.2000000000000002</c:v>
                </c:pt>
                <c:pt idx="2">
                  <c:v>1.2000000000000002</c:v>
                </c:pt>
                <c:pt idx="3">
                  <c:v>1.2000000000000002</c:v>
                </c:pt>
                <c:pt idx="4">
                  <c:v>1.2000000000000002</c:v>
                </c:pt>
                <c:pt idx="5">
                  <c:v>1.2000000000000002</c:v>
                </c:pt>
                <c:pt idx="6">
                  <c:v>1.2000000000000002</c:v>
                </c:pt>
                <c:pt idx="7">
                  <c:v>1.2000000000000002</c:v>
                </c:pt>
                <c:pt idx="8">
                  <c:v>1.2000000000000002</c:v>
                </c:pt>
                <c:pt idx="9">
                  <c:v>1.2000000000000002</c:v>
                </c:pt>
                <c:pt idx="10">
                  <c:v>1.2000000000000002</c:v>
                </c:pt>
                <c:pt idx="11">
                  <c:v>1.2000000000000002</c:v>
                </c:pt>
                <c:pt idx="12">
                  <c:v>1.2000000000000002</c:v>
                </c:pt>
                <c:pt idx="13">
                  <c:v>1.2000000000000002</c:v>
                </c:pt>
                <c:pt idx="14">
                  <c:v>1.2000000000000002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9-BDA0-45B9-B360-91FA41A91204}"/>
            </c:ext>
          </c:extLst>
        </c:ser>
        <c:ser>
          <c:idx val="10"/>
          <c:order val="10"/>
          <c:tx>
            <c:v>y = 0.8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z!$A$4:$O$4</c:f>
              <c:numCache>
                <c:formatCode>General</c:formatCode>
                <c:ptCount val="15"/>
                <c:pt idx="0">
                  <c:v>0.8</c:v>
                </c:pt>
                <c:pt idx="1">
                  <c:v>0.8</c:v>
                </c:pt>
                <c:pt idx="2">
                  <c:v>0.8</c:v>
                </c:pt>
                <c:pt idx="3">
                  <c:v>0.8</c:v>
                </c:pt>
                <c:pt idx="4">
                  <c:v>0.8</c:v>
                </c:pt>
                <c:pt idx="5">
                  <c:v>0.8</c:v>
                </c:pt>
                <c:pt idx="6">
                  <c:v>0.8</c:v>
                </c:pt>
                <c:pt idx="7">
                  <c:v>0.8</c:v>
                </c:pt>
                <c:pt idx="8">
                  <c:v>0.8</c:v>
                </c:pt>
                <c:pt idx="9">
                  <c:v>0.8</c:v>
                </c:pt>
                <c:pt idx="10">
                  <c:v>0.8</c:v>
                </c:pt>
                <c:pt idx="11">
                  <c:v>0.8</c:v>
                </c:pt>
                <c:pt idx="12">
                  <c:v>0.8</c:v>
                </c:pt>
                <c:pt idx="13">
                  <c:v>0.8</c:v>
                </c:pt>
                <c:pt idx="14">
                  <c:v>0.8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BDA0-45B9-B360-91FA41A91204}"/>
            </c:ext>
          </c:extLst>
        </c:ser>
        <c:ser>
          <c:idx val="11"/>
          <c:order val="11"/>
          <c:tx>
            <c:v>y = 0.4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z!$A$3:$O$3</c:f>
              <c:numCache>
                <c:formatCode>General</c:formatCode>
                <c:ptCount val="15"/>
                <c:pt idx="0">
                  <c:v>0.4</c:v>
                </c:pt>
                <c:pt idx="1">
                  <c:v>0.4</c:v>
                </c:pt>
                <c:pt idx="2">
                  <c:v>0.4</c:v>
                </c:pt>
                <c:pt idx="3">
                  <c:v>0.4</c:v>
                </c:pt>
                <c:pt idx="4">
                  <c:v>0.4</c:v>
                </c:pt>
                <c:pt idx="5">
                  <c:v>0.4</c:v>
                </c:pt>
                <c:pt idx="6">
                  <c:v>0.4</c:v>
                </c:pt>
                <c:pt idx="7">
                  <c:v>0.4</c:v>
                </c:pt>
                <c:pt idx="8">
                  <c:v>0.4</c:v>
                </c:pt>
                <c:pt idx="9">
                  <c:v>0.4</c:v>
                </c:pt>
                <c:pt idx="10">
                  <c:v>0.4</c:v>
                </c:pt>
                <c:pt idx="11">
                  <c:v>0.4</c:v>
                </c:pt>
                <c:pt idx="12">
                  <c:v>0.4</c:v>
                </c:pt>
                <c:pt idx="13">
                  <c:v>0.4</c:v>
                </c:pt>
                <c:pt idx="14">
                  <c:v>0.4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B-BDA0-45B9-B360-91FA41A91204}"/>
            </c:ext>
          </c:extLst>
        </c:ser>
        <c:ser>
          <c:idx val="12"/>
          <c:order val="12"/>
          <c:tx>
            <c:v>y = 0.0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z!$A$2:$O$2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C-BDA0-45B9-B360-91FA41A912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19659199"/>
        <c:axId val="419653439"/>
      </c:scatterChart>
      <c:valAx>
        <c:axId val="419659199"/>
        <c:scaling>
          <c:orientation val="minMax"/>
          <c:max val="8.4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/>
                    </a:solidFill>
                    <a:latin typeface="Helvetica" panose="020B0604020202020204" pitchFamily="34" charset="0"/>
                    <a:ea typeface="+mn-ea"/>
                    <a:cs typeface="Helvetica" panose="020B0604020202020204" pitchFamily="34" charset="0"/>
                  </a:defRPr>
                </a:pPr>
                <a:r>
                  <a:rPr lang="en-US" altLang="zh-CN" sz="1800" b="0" dirty="0">
                    <a:solidFill>
                      <a:schemeClr val="tx1"/>
                    </a:solidFill>
                    <a:latin typeface="Helvetica" panose="020B0604020202020204" pitchFamily="34" charset="0"/>
                    <a:cs typeface="Helvetica" panose="020B0604020202020204" pitchFamily="34" charset="0"/>
                  </a:rPr>
                  <a:t>x (m)</a:t>
                </a:r>
                <a:endParaRPr lang="zh-CN" altLang="en-US" sz="1800" b="0" dirty="0">
                  <a:solidFill>
                    <a:schemeClr val="tx1"/>
                  </a:solidFill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</c:rich>
          </c:tx>
          <c:layout>
            <c:manualLayout>
              <c:xMode val="edge"/>
              <c:yMode val="edge"/>
              <c:x val="0.58740465127988017"/>
              <c:y val="0.94459496854914848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800" b="0" i="0" u="none" strike="noStrike" kern="1200" baseline="0">
                  <a:solidFill>
                    <a:schemeClr val="tx1"/>
                  </a:solidFill>
                  <a:latin typeface="Helvetica" panose="020B0604020202020204" pitchFamily="34" charset="0"/>
                  <a:ea typeface="+mn-ea"/>
                  <a:cs typeface="Helvetica" panose="020B0604020202020204" pitchFamily="34" charset="0"/>
                </a:defRPr>
              </a:pPr>
              <a:endParaRPr lang="zh-CN" altLang="en-US"/>
            </a:p>
          </c:txPr>
        </c:title>
        <c:numFmt formatCode="#,##0.0_);[Red]\(#,##0.0\)" sourceLinked="0"/>
        <c:majorTickMark val="none"/>
        <c:minorTickMark val="none"/>
        <c:tickLblPos val="low"/>
        <c:spPr>
          <a:solidFill>
            <a:schemeClr val="bg1">
              <a:alpha val="50000"/>
            </a:schemeClr>
          </a:solidFill>
          <a:ln w="12700" cap="flat" cmpd="sng" algn="ctr">
            <a:solidFill>
              <a:schemeClr val="tx1"/>
            </a:solidFill>
            <a:prstDash val="lgDash"/>
            <a:round/>
            <a:headEnd type="none"/>
            <a:tailEnd type="stealth" w="lg" len="me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ln>
                  <a:noFill/>
                </a:ln>
                <a:solidFill>
                  <a:schemeClr val="tx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pPr>
            <a:endParaRPr lang="zh-CN"/>
          </a:p>
        </c:txPr>
        <c:crossAx val="419653439"/>
        <c:crosses val="autoZero"/>
        <c:crossBetween val="midCat"/>
        <c:majorUnit val="0.60000000000000009"/>
      </c:valAx>
      <c:valAx>
        <c:axId val="419653439"/>
        <c:scaling>
          <c:orientation val="minMax"/>
          <c:max val="4.8"/>
          <c:min val="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/>
                    </a:solidFill>
                    <a:latin typeface="Helvetica" panose="020B0604020202020204" pitchFamily="34" charset="0"/>
                    <a:ea typeface="+mn-ea"/>
                    <a:cs typeface="Helvetica" panose="020B0604020202020204" pitchFamily="34" charset="0"/>
                  </a:defRPr>
                </a:pPr>
                <a:r>
                  <a:rPr lang="en-US" altLang="zh-CN" sz="1800" dirty="0">
                    <a:solidFill>
                      <a:schemeClr val="tx1"/>
                    </a:solidFill>
                    <a:latin typeface="Helvetica" panose="020B0604020202020204" pitchFamily="34" charset="0"/>
                    <a:cs typeface="Helvetica" panose="020B0604020202020204" pitchFamily="34" charset="0"/>
                  </a:rPr>
                  <a:t>y</a:t>
                </a:r>
                <a:r>
                  <a:rPr lang="en-US" altLang="zh-CN" sz="1800" baseline="0" dirty="0">
                    <a:solidFill>
                      <a:schemeClr val="tx1"/>
                    </a:solidFill>
                    <a:latin typeface="Helvetica" panose="020B0604020202020204" pitchFamily="34" charset="0"/>
                    <a:cs typeface="Helvetica" panose="020B0604020202020204" pitchFamily="34" charset="0"/>
                  </a:rPr>
                  <a:t> (m)</a:t>
                </a:r>
                <a:endParaRPr lang="zh-CN" altLang="en-US" sz="1800" dirty="0">
                  <a:solidFill>
                    <a:schemeClr val="tx1"/>
                  </a:solidFill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</c:rich>
          </c:tx>
          <c:layout>
            <c:manualLayout>
              <c:xMode val="edge"/>
              <c:yMode val="edge"/>
              <c:x val="0.14139254226310122"/>
              <c:y val="0.403295271320353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800" b="0" i="0" u="none" strike="noStrike" kern="1200" baseline="0">
                  <a:solidFill>
                    <a:schemeClr val="tx1"/>
                  </a:solidFill>
                  <a:latin typeface="Helvetica" panose="020B0604020202020204" pitchFamily="34" charset="0"/>
                  <a:ea typeface="+mn-ea"/>
                  <a:cs typeface="Helvetica" panose="020B0604020202020204" pitchFamily="34" charset="0"/>
                </a:defRPr>
              </a:pPr>
              <a:endParaRPr lang="zh-CN" altLang="en-US"/>
            </a:p>
          </c:txPr>
        </c:title>
        <c:numFmt formatCode="#,##0.0_);[Red]\(#,##0.0\)" sourceLinked="0"/>
        <c:majorTickMark val="none"/>
        <c:minorTickMark val="none"/>
        <c:tickLblPos val="nextTo"/>
        <c:spPr>
          <a:noFill/>
          <a:ln w="12700" cap="flat" cmpd="sng" algn="ctr">
            <a:solidFill>
              <a:schemeClr val="tx1"/>
            </a:solidFill>
            <a:prstDash val="lgDash"/>
            <a:round/>
            <a:tailEnd type="stealth" w="lg" len="me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pPr>
            <a:endParaRPr lang="zh-CN"/>
          </a:p>
        </c:txPr>
        <c:crossAx val="419659199"/>
        <c:crossesAt val="0"/>
        <c:crossBetween val="midCat"/>
        <c:majorUnit val="0.8"/>
      </c:valAx>
      <c:spPr>
        <a:noFill/>
        <a:ln>
          <a:noFill/>
          <a:prstDash val="lgDash"/>
        </a:ln>
        <a:effectLst/>
      </c:spPr>
    </c:plotArea>
    <c:legend>
      <c:legendPos val="r"/>
      <c:legendEntry>
        <c:idx val="0"/>
        <c:delete val="1"/>
      </c:legendEntry>
      <c:legendEntry>
        <c:idx val="1"/>
        <c:delete val="1"/>
      </c:legendEntry>
      <c:legendEntry>
        <c:idx val="2"/>
        <c:delete val="1"/>
      </c:legendEntry>
      <c:legendEntry>
        <c:idx val="3"/>
        <c:delete val="1"/>
      </c:legendEntry>
      <c:legendEntry>
        <c:idx val="4"/>
        <c:delete val="1"/>
      </c:legendEntry>
      <c:legendEntry>
        <c:idx val="5"/>
        <c:delete val="1"/>
      </c:legendEntry>
      <c:legendEntry>
        <c:idx val="6"/>
        <c:delete val="1"/>
      </c:legendEntry>
      <c:legendEntry>
        <c:idx val="7"/>
        <c:delete val="1"/>
      </c:legendEntry>
      <c:legendEntry>
        <c:idx val="8"/>
        <c:delete val="1"/>
      </c:legendEntry>
      <c:legendEntry>
        <c:idx val="9"/>
        <c:delete val="1"/>
      </c:legendEntry>
      <c:legendEntry>
        <c:idx val="10"/>
        <c:delete val="1"/>
      </c:legendEntry>
      <c:legendEntry>
        <c:idx val="11"/>
        <c:delete val="1"/>
      </c:legendEntry>
      <c:layout>
        <c:manualLayout>
          <c:xMode val="edge"/>
          <c:yMode val="edge"/>
          <c:x val="0"/>
          <c:y val="5.7819104914420445E-3"/>
          <c:w val="7.9712911402613024E-2"/>
          <c:h val="9.22646840607324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/>
              </a:solidFill>
              <a:latin typeface="Helvetica" panose="020B0604020202020204" pitchFamily="34" charset="0"/>
              <a:ea typeface="+mn-ea"/>
              <a:cs typeface="Helvetica" panose="020B0604020202020204" pitchFamily="34" charset="0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093" y="0"/>
            <a:ext cx="3077739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DF1088C5-931A-42D2-8AA4-FA289862AAD0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248" y="4925408"/>
            <a:ext cx="568198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108"/>
            <a:ext cx="3077739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093" y="9721108"/>
            <a:ext cx="3077739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F077E88-3244-4C0E-BEFE-A6A75CD3D1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8377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8871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13B0-B16B-5B62-2251-5769C5A22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C33FE6D-2F51-AB2F-7FF0-404D9F77CA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EF446AF-0A6B-28DE-4C06-6D6F7F9B51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2A30AE-BE16-36AC-44A7-958E67F377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84458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95781-E18C-33FC-9A52-2115B3DE7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5AEFA7-8265-7C89-EA14-636900BBDF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717B9C-7937-D60C-00ED-B5C447712A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A46AAF7-B05D-9227-9BE4-91C24C34B3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0183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0804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401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9026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359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5876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2355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2877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185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507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001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3943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F1464-0EA4-453D-A90B-03B04D244405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06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CF4D6442-279A-1F66-4C8D-976C1626D541}"/>
              </a:ext>
            </a:extLst>
          </p:cNvPr>
          <p:cNvGrpSpPr/>
          <p:nvPr/>
        </p:nvGrpSpPr>
        <p:grpSpPr>
          <a:xfrm>
            <a:off x="1159290" y="4441202"/>
            <a:ext cx="1252365" cy="1466011"/>
            <a:chOff x="477462" y="5023578"/>
            <a:chExt cx="1252365" cy="1466011"/>
          </a:xfrm>
        </p:grpSpPr>
        <p:sp>
          <p:nvSpPr>
            <p:cNvPr id="34" name="流程图: 汇总连接 33">
              <a:extLst>
                <a:ext uri="{FF2B5EF4-FFF2-40B4-BE49-F238E27FC236}">
                  <a16:creationId xmlns:a16="http://schemas.microsoft.com/office/drawing/2014/main" id="{DAC5D89C-F766-7D0F-FCA2-402D1B167185}"/>
                </a:ext>
              </a:extLst>
            </p:cNvPr>
            <p:cNvSpPr/>
            <p:nvPr/>
          </p:nvSpPr>
          <p:spPr>
            <a:xfrm>
              <a:off x="764580" y="6049510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03005AD2-FAEE-A3BD-EACA-A8E90033058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6622" y="5516033"/>
              <a:ext cx="494" cy="5282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E02F4E31-7EA7-6B75-9ACE-39CD2E8DB40E}"/>
                </a:ext>
              </a:extLst>
            </p:cNvPr>
            <p:cNvSpPr txBox="1"/>
            <p:nvPr/>
          </p:nvSpPr>
          <p:spPr>
            <a:xfrm>
              <a:off x="1416921" y="5897900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Helvetica" panose="020B0604020202020204" pitchFamily="34" charset="0"/>
                  <a:cs typeface="Helvetica" panose="020B0604020202020204" pitchFamily="34" charset="0"/>
                </a:rPr>
                <a:t>x</a:t>
              </a:r>
              <a:endParaRPr lang="zh-CN" altLang="en-US" sz="2000" baseline="-250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3B07C5D8-3065-F5BF-3A74-7AD5451EE6AD}"/>
                </a:ext>
              </a:extLst>
            </p:cNvPr>
            <p:cNvSpPr txBox="1"/>
            <p:nvPr/>
          </p:nvSpPr>
          <p:spPr>
            <a:xfrm>
              <a:off x="477462" y="6089479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Helvetica" panose="020B0604020202020204" pitchFamily="34" charset="0"/>
                  <a:cs typeface="Helvetica" panose="020B0604020202020204" pitchFamily="34" charset="0"/>
                </a:rPr>
                <a:t>z</a:t>
              </a:r>
              <a:endParaRPr lang="zh-CN" altLang="en-US" sz="2000" baseline="-250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6995A01D-10ED-5ECA-D010-5A4CCFD2D214}"/>
                </a:ext>
              </a:extLst>
            </p:cNvPr>
            <p:cNvSpPr txBox="1"/>
            <p:nvPr/>
          </p:nvSpPr>
          <p:spPr>
            <a:xfrm>
              <a:off x="666794" y="5023578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Helvetica" panose="020B0604020202020204" pitchFamily="34" charset="0"/>
                  <a:cs typeface="Helvetica" panose="020B0604020202020204" pitchFamily="34" charset="0"/>
                </a:rPr>
                <a:t>y</a:t>
              </a:r>
              <a:endParaRPr lang="zh-CN" altLang="en-US" sz="2000" baseline="-250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153D6D9E-F39D-7579-D71C-9DABD11CE2B1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152546" y="5846739"/>
              <a:ext cx="494" cy="5282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58080A1F-9765-DCA2-CA3E-32533EBD40F1}"/>
              </a:ext>
            </a:extLst>
          </p:cNvPr>
          <p:cNvCxnSpPr>
            <a:cxnSpLocks/>
          </p:cNvCxnSpPr>
          <p:nvPr/>
        </p:nvCxnSpPr>
        <p:spPr>
          <a:xfrm>
            <a:off x="9357702" y="2175998"/>
            <a:ext cx="972245" cy="0"/>
          </a:xfrm>
          <a:prstGeom prst="straightConnector1">
            <a:avLst/>
          </a:prstGeom>
          <a:ln w="12700">
            <a:solidFill>
              <a:srgbClr val="D9655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9042C0EE-CADB-09A5-14D4-ECBC1C764CA6}"/>
              </a:ext>
            </a:extLst>
          </p:cNvPr>
          <p:cNvCxnSpPr>
            <a:cxnSpLocks/>
          </p:cNvCxnSpPr>
          <p:nvPr/>
        </p:nvCxnSpPr>
        <p:spPr>
          <a:xfrm>
            <a:off x="10715895" y="1464222"/>
            <a:ext cx="0" cy="3887998"/>
          </a:xfrm>
          <a:prstGeom prst="straightConnector1">
            <a:avLst/>
          </a:prstGeom>
          <a:ln w="19050">
            <a:solidFill>
              <a:srgbClr val="692F7C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076286FC-4A81-CCDC-EDDC-6A5438AA0DE1}"/>
              </a:ext>
            </a:extLst>
          </p:cNvPr>
          <p:cNvSpPr txBox="1"/>
          <p:nvPr/>
        </p:nvSpPr>
        <p:spPr>
          <a:xfrm>
            <a:off x="10331675" y="3238944"/>
            <a:ext cx="813043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692F7C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4.80 m</a:t>
            </a:r>
            <a:endParaRPr lang="zh-CN" altLang="en-US" sz="1600" baseline="-25000" dirty="0">
              <a:solidFill>
                <a:srgbClr val="692F7C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99" name="直接箭头连接符 98">
            <a:extLst>
              <a:ext uri="{FF2B5EF4-FFF2-40B4-BE49-F238E27FC236}">
                <a16:creationId xmlns:a16="http://schemas.microsoft.com/office/drawing/2014/main" id="{6DFE06E0-995C-4068-A809-66F653A6E67E}"/>
              </a:ext>
            </a:extLst>
          </p:cNvPr>
          <p:cNvCxnSpPr>
            <a:cxnSpLocks/>
          </p:cNvCxnSpPr>
          <p:nvPr/>
        </p:nvCxnSpPr>
        <p:spPr>
          <a:xfrm>
            <a:off x="3524238" y="1189054"/>
            <a:ext cx="6803242" cy="0"/>
          </a:xfrm>
          <a:prstGeom prst="straightConnector1">
            <a:avLst/>
          </a:prstGeom>
          <a:ln w="19050">
            <a:solidFill>
              <a:srgbClr val="692F7C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文本框 105">
            <a:extLst>
              <a:ext uri="{FF2B5EF4-FFF2-40B4-BE49-F238E27FC236}">
                <a16:creationId xmlns:a16="http://schemas.microsoft.com/office/drawing/2014/main" id="{7CD7D3ED-91AC-3828-FD63-B770D15ABCE1}"/>
              </a:ext>
            </a:extLst>
          </p:cNvPr>
          <p:cNvSpPr txBox="1"/>
          <p:nvPr/>
        </p:nvSpPr>
        <p:spPr>
          <a:xfrm>
            <a:off x="6703267" y="1019777"/>
            <a:ext cx="813043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692F7C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8.40 m</a:t>
            </a:r>
            <a:endParaRPr lang="zh-CN" altLang="en-US" sz="1600" baseline="-25000" dirty="0">
              <a:solidFill>
                <a:srgbClr val="692F7C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C9275A5-2535-6F2D-67E9-ADB51B7DA3D0}"/>
              </a:ext>
            </a:extLst>
          </p:cNvPr>
          <p:cNvSpPr/>
          <p:nvPr/>
        </p:nvSpPr>
        <p:spPr>
          <a:xfrm>
            <a:off x="9357704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2E6F187-1BCB-4791-5DE8-FFFDE759331C}"/>
              </a:ext>
            </a:extLst>
          </p:cNvPr>
          <p:cNvSpPr/>
          <p:nvPr/>
        </p:nvSpPr>
        <p:spPr>
          <a:xfrm>
            <a:off x="8384150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141F771-028A-52A9-140C-32B2CB578395}"/>
              </a:ext>
            </a:extLst>
          </p:cNvPr>
          <p:cNvSpPr/>
          <p:nvPr/>
        </p:nvSpPr>
        <p:spPr>
          <a:xfrm>
            <a:off x="7411913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8894A62-40AC-3DB5-2D3B-89D6B68B1DE4}"/>
              </a:ext>
            </a:extLst>
          </p:cNvPr>
          <p:cNvSpPr/>
          <p:nvPr/>
        </p:nvSpPr>
        <p:spPr>
          <a:xfrm>
            <a:off x="6439672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F0E6C4F-6318-CAA3-A057-C2EE496ED0C3}"/>
              </a:ext>
            </a:extLst>
          </p:cNvPr>
          <p:cNvSpPr/>
          <p:nvPr/>
        </p:nvSpPr>
        <p:spPr>
          <a:xfrm>
            <a:off x="5467431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8F60072-A859-99AE-3F9E-CCE49529D4B6}"/>
              </a:ext>
            </a:extLst>
          </p:cNvPr>
          <p:cNvSpPr/>
          <p:nvPr/>
        </p:nvSpPr>
        <p:spPr>
          <a:xfrm>
            <a:off x="4495190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0274BB4-BC49-B77D-FE97-E6C0397D62B0}"/>
              </a:ext>
            </a:extLst>
          </p:cNvPr>
          <p:cNvSpPr/>
          <p:nvPr/>
        </p:nvSpPr>
        <p:spPr>
          <a:xfrm>
            <a:off x="9357705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30FA24B-AB9D-3C2D-21A4-B24B372EBF1F}"/>
              </a:ext>
            </a:extLst>
          </p:cNvPr>
          <p:cNvSpPr/>
          <p:nvPr/>
        </p:nvSpPr>
        <p:spPr>
          <a:xfrm>
            <a:off x="8385460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CA7663E-BB68-F410-6926-339F2569AF89}"/>
              </a:ext>
            </a:extLst>
          </p:cNvPr>
          <p:cNvSpPr/>
          <p:nvPr/>
        </p:nvSpPr>
        <p:spPr>
          <a:xfrm>
            <a:off x="7413216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A5BE35D-EE19-8DE3-ADED-F656B5BD189D}"/>
              </a:ext>
            </a:extLst>
          </p:cNvPr>
          <p:cNvSpPr/>
          <p:nvPr/>
        </p:nvSpPr>
        <p:spPr>
          <a:xfrm>
            <a:off x="6440972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9057F11-740F-B258-587C-019F31519238}"/>
              </a:ext>
            </a:extLst>
          </p:cNvPr>
          <p:cNvSpPr/>
          <p:nvPr/>
        </p:nvSpPr>
        <p:spPr>
          <a:xfrm>
            <a:off x="5468727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81E828C-8A6C-BDD0-AC7B-5F78BE7372ED}"/>
              </a:ext>
            </a:extLst>
          </p:cNvPr>
          <p:cNvSpPr/>
          <p:nvPr/>
        </p:nvSpPr>
        <p:spPr>
          <a:xfrm>
            <a:off x="4496484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26E059C-381F-E918-4E56-098CCB6CF11E}"/>
              </a:ext>
            </a:extLst>
          </p:cNvPr>
          <p:cNvSpPr/>
          <p:nvPr/>
        </p:nvSpPr>
        <p:spPr>
          <a:xfrm>
            <a:off x="3522949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C2395E9-1B91-3FE8-060C-A52323E240B5}"/>
              </a:ext>
            </a:extLst>
          </p:cNvPr>
          <p:cNvSpPr/>
          <p:nvPr/>
        </p:nvSpPr>
        <p:spPr>
          <a:xfrm rot="5400000">
            <a:off x="9114873" y="4137220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6482BBB-5F1C-9761-79F4-A4BC3EBC390B}"/>
              </a:ext>
            </a:extLst>
          </p:cNvPr>
          <p:cNvSpPr/>
          <p:nvPr/>
        </p:nvSpPr>
        <p:spPr>
          <a:xfrm rot="5400000">
            <a:off x="7656399" y="4137222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883B023-53CF-6828-3169-57B6F6FDF081}"/>
              </a:ext>
            </a:extLst>
          </p:cNvPr>
          <p:cNvSpPr/>
          <p:nvPr/>
        </p:nvSpPr>
        <p:spPr>
          <a:xfrm rot="5400000">
            <a:off x="6197849" y="4137222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B09735E-1D0B-D0B2-7E6F-FB2530423FE9}"/>
              </a:ext>
            </a:extLst>
          </p:cNvPr>
          <p:cNvSpPr/>
          <p:nvPr/>
        </p:nvSpPr>
        <p:spPr>
          <a:xfrm rot="5400000">
            <a:off x="4739849" y="4137222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26681A8-BA49-E5FE-E98F-F9F8C6A4E824}"/>
              </a:ext>
            </a:extLst>
          </p:cNvPr>
          <p:cNvSpPr/>
          <p:nvPr/>
        </p:nvSpPr>
        <p:spPr>
          <a:xfrm rot="10800000">
            <a:off x="3522661" y="4380222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632803E5-D635-0852-DFD8-0D3CD477435D}"/>
              </a:ext>
            </a:extLst>
          </p:cNvPr>
          <p:cNvCxnSpPr>
            <a:cxnSpLocks/>
            <a:stCxn id="13" idx="0"/>
            <a:endCxn id="13" idx="2"/>
          </p:cNvCxnSpPr>
          <p:nvPr/>
        </p:nvCxnSpPr>
        <p:spPr>
          <a:xfrm>
            <a:off x="9843828" y="2922222"/>
            <a:ext cx="0" cy="1458000"/>
          </a:xfrm>
          <a:prstGeom prst="straightConnector1">
            <a:avLst/>
          </a:prstGeom>
          <a:ln w="12700">
            <a:solidFill>
              <a:srgbClr val="D9655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6D4E2EF8-669F-A13E-E82A-4D6C82A96856}"/>
              </a:ext>
            </a:extLst>
          </p:cNvPr>
          <p:cNvSpPr txBox="1"/>
          <p:nvPr/>
        </p:nvSpPr>
        <p:spPr>
          <a:xfrm>
            <a:off x="9437304" y="3481944"/>
            <a:ext cx="813043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D96558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1.80 m</a:t>
            </a:r>
            <a:endParaRPr lang="zh-CN" altLang="en-US" sz="1600" baseline="-25000" dirty="0">
              <a:solidFill>
                <a:srgbClr val="D96558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C3E0CCD-375A-AF72-CE87-0F13F7941500}"/>
              </a:ext>
            </a:extLst>
          </p:cNvPr>
          <p:cNvSpPr txBox="1"/>
          <p:nvPr/>
        </p:nvSpPr>
        <p:spPr>
          <a:xfrm>
            <a:off x="9420123" y="1837446"/>
            <a:ext cx="847401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D96558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1.20 m</a:t>
            </a:r>
            <a:endParaRPr lang="zh-CN" altLang="en-US" sz="1600" baseline="-25000" dirty="0">
              <a:solidFill>
                <a:srgbClr val="D96558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457877DB-DC3E-EE3F-C769-B0592D9ECA39}"/>
              </a:ext>
            </a:extLst>
          </p:cNvPr>
          <p:cNvCxnSpPr>
            <a:cxnSpLocks/>
          </p:cNvCxnSpPr>
          <p:nvPr/>
        </p:nvCxnSpPr>
        <p:spPr>
          <a:xfrm flipH="1">
            <a:off x="10431284" y="5352220"/>
            <a:ext cx="579124" cy="0"/>
          </a:xfrm>
          <a:prstGeom prst="line">
            <a:avLst/>
          </a:prstGeom>
          <a:ln w="19050">
            <a:solidFill>
              <a:srgbClr val="692F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直接连接符 121">
            <a:extLst>
              <a:ext uri="{FF2B5EF4-FFF2-40B4-BE49-F238E27FC236}">
                <a16:creationId xmlns:a16="http://schemas.microsoft.com/office/drawing/2014/main" id="{92FBC2CE-D479-7095-DF70-42429BBA047F}"/>
              </a:ext>
            </a:extLst>
          </p:cNvPr>
          <p:cNvCxnSpPr>
            <a:cxnSpLocks/>
          </p:cNvCxnSpPr>
          <p:nvPr/>
        </p:nvCxnSpPr>
        <p:spPr>
          <a:xfrm>
            <a:off x="10327480" y="1019777"/>
            <a:ext cx="0" cy="338554"/>
          </a:xfrm>
          <a:prstGeom prst="line">
            <a:avLst/>
          </a:prstGeom>
          <a:ln w="19050">
            <a:solidFill>
              <a:srgbClr val="692F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FBDD178E-1E33-3C34-0998-888BA31F4CAC}"/>
              </a:ext>
            </a:extLst>
          </p:cNvPr>
          <p:cNvCxnSpPr>
            <a:cxnSpLocks/>
          </p:cNvCxnSpPr>
          <p:nvPr/>
        </p:nvCxnSpPr>
        <p:spPr>
          <a:xfrm flipH="1">
            <a:off x="10431284" y="1464222"/>
            <a:ext cx="579124" cy="0"/>
          </a:xfrm>
          <a:prstGeom prst="line">
            <a:avLst/>
          </a:prstGeom>
          <a:ln w="19050">
            <a:solidFill>
              <a:srgbClr val="692F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D29CC4EF-1A19-A5F1-A7DC-689DDB175889}"/>
              </a:ext>
            </a:extLst>
          </p:cNvPr>
          <p:cNvCxnSpPr>
            <a:cxnSpLocks/>
          </p:cNvCxnSpPr>
          <p:nvPr/>
        </p:nvCxnSpPr>
        <p:spPr>
          <a:xfrm>
            <a:off x="3524238" y="1019777"/>
            <a:ext cx="0" cy="338554"/>
          </a:xfrm>
          <a:prstGeom prst="line">
            <a:avLst/>
          </a:prstGeom>
          <a:ln w="19050">
            <a:solidFill>
              <a:srgbClr val="692F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矩形 31">
            <a:extLst>
              <a:ext uri="{FF2B5EF4-FFF2-40B4-BE49-F238E27FC236}">
                <a16:creationId xmlns:a16="http://schemas.microsoft.com/office/drawing/2014/main" id="{EF59C657-5F5A-2F68-789F-C0AD9E28364C}"/>
              </a:ext>
            </a:extLst>
          </p:cNvPr>
          <p:cNvSpPr/>
          <p:nvPr/>
        </p:nvSpPr>
        <p:spPr>
          <a:xfrm>
            <a:off x="3524235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2A24D53C-EA98-C10B-A6A5-0BB7FAAA8ADF}"/>
              </a:ext>
            </a:extLst>
          </p:cNvPr>
          <p:cNvSpPr/>
          <p:nvPr/>
        </p:nvSpPr>
        <p:spPr>
          <a:xfrm>
            <a:off x="3523723" y="1464222"/>
            <a:ext cx="6809875" cy="3887996"/>
          </a:xfrm>
          <a:prstGeom prst="rect">
            <a:avLst/>
          </a:prstGeom>
          <a:noFill/>
          <a:ln w="28575">
            <a:solidFill>
              <a:srgbClr val="692F7C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972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BF43A-627C-EDA6-2D19-3F5880A27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6AE8C16B-C4DD-D435-FDBD-C0BA7ABFF70C}"/>
              </a:ext>
            </a:extLst>
          </p:cNvPr>
          <p:cNvGrpSpPr/>
          <p:nvPr/>
        </p:nvGrpSpPr>
        <p:grpSpPr>
          <a:xfrm>
            <a:off x="3765554" y="1310656"/>
            <a:ext cx="6807289" cy="4374000"/>
            <a:chOff x="3522661" y="1464222"/>
            <a:chExt cx="6807289" cy="4374000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3CAAAD34-FE6A-B9E4-A70D-F37D84D74315}"/>
                </a:ext>
              </a:extLst>
            </p:cNvPr>
            <p:cNvSpPr/>
            <p:nvPr/>
          </p:nvSpPr>
          <p:spPr>
            <a:xfrm>
              <a:off x="9357704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C548E602-2A6A-1583-7E9D-68E8927BFAAB}"/>
                </a:ext>
              </a:extLst>
            </p:cNvPr>
            <p:cNvSpPr/>
            <p:nvPr/>
          </p:nvSpPr>
          <p:spPr>
            <a:xfrm>
              <a:off x="8384150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B01EF7E-AF13-A8A1-E930-32F21072984C}"/>
                </a:ext>
              </a:extLst>
            </p:cNvPr>
            <p:cNvSpPr/>
            <p:nvPr/>
          </p:nvSpPr>
          <p:spPr>
            <a:xfrm>
              <a:off x="7411913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7A0164A-455E-1448-122A-E94EE8457AA1}"/>
                </a:ext>
              </a:extLst>
            </p:cNvPr>
            <p:cNvSpPr/>
            <p:nvPr/>
          </p:nvSpPr>
          <p:spPr>
            <a:xfrm>
              <a:off x="6439672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7E3B4E7-49ED-F580-3335-31EE451F6996}"/>
                </a:ext>
              </a:extLst>
            </p:cNvPr>
            <p:cNvSpPr/>
            <p:nvPr/>
          </p:nvSpPr>
          <p:spPr>
            <a:xfrm>
              <a:off x="5467431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ADD9FACA-F8AE-3042-D0EA-572F51C160F5}"/>
                </a:ext>
              </a:extLst>
            </p:cNvPr>
            <p:cNvSpPr/>
            <p:nvPr/>
          </p:nvSpPr>
          <p:spPr>
            <a:xfrm>
              <a:off x="4495190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FDED7651-D8FD-EEE2-B115-AA1AA02C3DD0}"/>
                </a:ext>
              </a:extLst>
            </p:cNvPr>
            <p:cNvSpPr/>
            <p:nvPr/>
          </p:nvSpPr>
          <p:spPr>
            <a:xfrm>
              <a:off x="9357705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48BABCF4-CF0F-B5B2-DC0A-3254C7737B40}"/>
                </a:ext>
              </a:extLst>
            </p:cNvPr>
            <p:cNvSpPr/>
            <p:nvPr/>
          </p:nvSpPr>
          <p:spPr>
            <a:xfrm>
              <a:off x="8385460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74E17905-0679-7A2C-AAA5-E015F3CB0F98}"/>
                </a:ext>
              </a:extLst>
            </p:cNvPr>
            <p:cNvSpPr/>
            <p:nvPr/>
          </p:nvSpPr>
          <p:spPr>
            <a:xfrm>
              <a:off x="7413216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AC4DF19-27EB-E32F-C04C-F1E56E98D9A4}"/>
                </a:ext>
              </a:extLst>
            </p:cNvPr>
            <p:cNvSpPr/>
            <p:nvPr/>
          </p:nvSpPr>
          <p:spPr>
            <a:xfrm>
              <a:off x="6440972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89D52C81-7FBB-DAD4-C052-CB3241FA0889}"/>
                </a:ext>
              </a:extLst>
            </p:cNvPr>
            <p:cNvSpPr/>
            <p:nvPr/>
          </p:nvSpPr>
          <p:spPr>
            <a:xfrm>
              <a:off x="5468727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5A062692-E179-B8A5-228C-23FE0BDFB162}"/>
                </a:ext>
              </a:extLst>
            </p:cNvPr>
            <p:cNvSpPr/>
            <p:nvPr/>
          </p:nvSpPr>
          <p:spPr>
            <a:xfrm>
              <a:off x="4496484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15DFDB1C-5DE5-CD5A-338C-A6FBAC1E5E83}"/>
                </a:ext>
              </a:extLst>
            </p:cNvPr>
            <p:cNvSpPr/>
            <p:nvPr/>
          </p:nvSpPr>
          <p:spPr>
            <a:xfrm>
              <a:off x="3522949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D44DBE1A-2A81-E141-6728-FE55B0D15134}"/>
                </a:ext>
              </a:extLst>
            </p:cNvPr>
            <p:cNvSpPr/>
            <p:nvPr/>
          </p:nvSpPr>
          <p:spPr>
            <a:xfrm rot="5400000">
              <a:off x="9114873" y="4137220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EEC0F835-E324-7C6C-4465-86A0A717FBEE}"/>
                </a:ext>
              </a:extLst>
            </p:cNvPr>
            <p:cNvSpPr/>
            <p:nvPr/>
          </p:nvSpPr>
          <p:spPr>
            <a:xfrm rot="5400000">
              <a:off x="7656399" y="4137222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64E9A49E-9BD9-A46C-D061-40972B456322}"/>
                </a:ext>
              </a:extLst>
            </p:cNvPr>
            <p:cNvSpPr/>
            <p:nvPr/>
          </p:nvSpPr>
          <p:spPr>
            <a:xfrm rot="5400000">
              <a:off x="6197849" y="4137222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6D9EC491-1221-ABD6-6396-FBA0A463248E}"/>
                </a:ext>
              </a:extLst>
            </p:cNvPr>
            <p:cNvSpPr/>
            <p:nvPr/>
          </p:nvSpPr>
          <p:spPr>
            <a:xfrm rot="5400000">
              <a:off x="4739849" y="4137222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5A6511E9-5434-09B0-2D38-E5ECF5BDE7A7}"/>
                </a:ext>
              </a:extLst>
            </p:cNvPr>
            <p:cNvSpPr/>
            <p:nvPr/>
          </p:nvSpPr>
          <p:spPr>
            <a:xfrm rot="10800000">
              <a:off x="3522661" y="4380222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3D685B3-8C6D-E214-DC0C-B2D8B8ED70BA}"/>
                </a:ext>
              </a:extLst>
            </p:cNvPr>
            <p:cNvSpPr/>
            <p:nvPr/>
          </p:nvSpPr>
          <p:spPr>
            <a:xfrm>
              <a:off x="3524235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aphicFrame>
        <p:nvGraphicFramePr>
          <p:cNvPr id="12" name="图表 11">
            <a:extLst>
              <a:ext uri="{FF2B5EF4-FFF2-40B4-BE49-F238E27FC236}">
                <a16:creationId xmlns:a16="http://schemas.microsoft.com/office/drawing/2014/main" id="{6A77711E-A40C-59C7-E1AE-CC6963F911B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59893666"/>
              </p:ext>
            </p:extLst>
          </p:nvPr>
        </p:nvGraphicFramePr>
        <p:xfrm>
          <a:off x="1450110" y="1165117"/>
          <a:ext cx="9374667" cy="4668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矩形 21">
            <a:extLst>
              <a:ext uri="{FF2B5EF4-FFF2-40B4-BE49-F238E27FC236}">
                <a16:creationId xmlns:a16="http://schemas.microsoft.com/office/drawing/2014/main" id="{DC080539-6769-654F-0AB2-41C044030B21}"/>
              </a:ext>
            </a:extLst>
          </p:cNvPr>
          <p:cNvSpPr/>
          <p:nvPr/>
        </p:nvSpPr>
        <p:spPr>
          <a:xfrm>
            <a:off x="1662045" y="1310656"/>
            <a:ext cx="720001" cy="203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5DD7E1A-3AFE-89F1-8750-632571690AB1}"/>
              </a:ext>
            </a:extLst>
          </p:cNvPr>
          <p:cNvSpPr txBox="1"/>
          <p:nvPr/>
        </p:nvSpPr>
        <p:spPr>
          <a:xfrm>
            <a:off x="1751013" y="1231787"/>
            <a:ext cx="13608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Helvetica" panose="020B0604020202020204" pitchFamily="34" charset="0"/>
                <a:cs typeface="Helvetica" panose="020B0604020202020204" pitchFamily="34" charset="0"/>
              </a:rPr>
              <a:t>sample point</a:t>
            </a:r>
            <a:endParaRPr lang="zh-CN" alt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C5D41095-A693-E3AE-A84C-B804E5A12ABE}"/>
              </a:ext>
            </a:extLst>
          </p:cNvPr>
          <p:cNvGrpSpPr/>
          <p:nvPr/>
        </p:nvGrpSpPr>
        <p:grpSpPr>
          <a:xfrm>
            <a:off x="1776892" y="4314821"/>
            <a:ext cx="1252365" cy="1466011"/>
            <a:chOff x="477462" y="5023578"/>
            <a:chExt cx="1252365" cy="1466011"/>
          </a:xfrm>
        </p:grpSpPr>
        <p:sp>
          <p:nvSpPr>
            <p:cNvPr id="11" name="流程图: 汇总连接 10">
              <a:extLst>
                <a:ext uri="{FF2B5EF4-FFF2-40B4-BE49-F238E27FC236}">
                  <a16:creationId xmlns:a16="http://schemas.microsoft.com/office/drawing/2014/main" id="{82DD2601-D50C-6F6F-2DCC-4A5EF109FDE0}"/>
                </a:ext>
              </a:extLst>
            </p:cNvPr>
            <p:cNvSpPr/>
            <p:nvPr/>
          </p:nvSpPr>
          <p:spPr>
            <a:xfrm>
              <a:off x="764580" y="6049510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 dirty="0">
                <a:solidFill>
                  <a:schemeClr val="tx1"/>
                </a:solidFill>
              </a:endParaRPr>
            </a:p>
          </p:txBody>
        </p: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FE813F94-6C03-32EA-B737-B589BC228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6622" y="5516033"/>
              <a:ext cx="494" cy="5282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DB793CD5-53F0-EE6C-2511-3C35DA442EF0}"/>
                </a:ext>
              </a:extLst>
            </p:cNvPr>
            <p:cNvSpPr txBox="1"/>
            <p:nvPr/>
          </p:nvSpPr>
          <p:spPr>
            <a:xfrm>
              <a:off x="1416921" y="5897900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Helvetica" panose="020B0604020202020204" pitchFamily="34" charset="0"/>
                  <a:cs typeface="Helvetica" panose="020B0604020202020204" pitchFamily="34" charset="0"/>
                </a:rPr>
                <a:t>x</a:t>
              </a:r>
              <a:endParaRPr lang="zh-CN" altLang="en-US" sz="2000" baseline="-250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F5539EFD-AE04-2672-2FA1-5FCC93F3BDE8}"/>
                </a:ext>
              </a:extLst>
            </p:cNvPr>
            <p:cNvSpPr txBox="1"/>
            <p:nvPr/>
          </p:nvSpPr>
          <p:spPr>
            <a:xfrm>
              <a:off x="477462" y="6089479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Helvetica" panose="020B0604020202020204" pitchFamily="34" charset="0"/>
                  <a:cs typeface="Helvetica" panose="020B0604020202020204" pitchFamily="34" charset="0"/>
                </a:rPr>
                <a:t>z</a:t>
              </a:r>
              <a:endParaRPr lang="zh-CN" altLang="en-US" sz="2000" baseline="-250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1E2807BA-A4DE-88A2-5070-386EEFA75F86}"/>
                </a:ext>
              </a:extLst>
            </p:cNvPr>
            <p:cNvSpPr txBox="1"/>
            <p:nvPr/>
          </p:nvSpPr>
          <p:spPr>
            <a:xfrm>
              <a:off x="666794" y="5023578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Helvetica" panose="020B0604020202020204" pitchFamily="34" charset="0"/>
                  <a:cs typeface="Helvetica" panose="020B0604020202020204" pitchFamily="34" charset="0"/>
                </a:rPr>
                <a:t>y</a:t>
              </a:r>
              <a:endParaRPr lang="zh-CN" altLang="en-US" sz="2000" baseline="-250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9E15C07B-2F30-6879-24C1-573E6362B48E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152546" y="5846739"/>
              <a:ext cx="494" cy="5282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矩形 20">
            <a:extLst>
              <a:ext uri="{FF2B5EF4-FFF2-40B4-BE49-F238E27FC236}">
                <a16:creationId xmlns:a16="http://schemas.microsoft.com/office/drawing/2014/main" id="{11E7C393-8688-8B96-A604-85CFD019ABC8}"/>
              </a:ext>
            </a:extLst>
          </p:cNvPr>
          <p:cNvSpPr/>
          <p:nvPr/>
        </p:nvSpPr>
        <p:spPr>
          <a:xfrm>
            <a:off x="1367223" y="1203968"/>
            <a:ext cx="1744652" cy="139083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F554BC62-AF51-1D26-C8FA-4C23383748FC}"/>
              </a:ext>
            </a:extLst>
          </p:cNvPr>
          <p:cNvSpPr/>
          <p:nvPr/>
        </p:nvSpPr>
        <p:spPr>
          <a:xfrm>
            <a:off x="6847011" y="2930656"/>
            <a:ext cx="648000" cy="648000"/>
          </a:xfrm>
          <a:prstGeom prst="ellipse">
            <a:avLst/>
          </a:prstGeom>
          <a:solidFill>
            <a:srgbClr val="F6C63C">
              <a:alpha val="67000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AB21A739-B8E0-4FE6-B418-ED5C8C6C6ED1}"/>
              </a:ext>
            </a:extLst>
          </p:cNvPr>
          <p:cNvSpPr/>
          <p:nvPr/>
        </p:nvSpPr>
        <p:spPr>
          <a:xfrm>
            <a:off x="7817208" y="3902655"/>
            <a:ext cx="648000" cy="648000"/>
          </a:xfrm>
          <a:prstGeom prst="ellipse">
            <a:avLst/>
          </a:prstGeom>
          <a:solidFill>
            <a:srgbClr val="B43970">
              <a:alpha val="66667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EDCA2432-45E9-3F95-FAF1-0CAB165391D5}"/>
              </a:ext>
            </a:extLst>
          </p:cNvPr>
          <p:cNvSpPr/>
          <p:nvPr/>
        </p:nvSpPr>
        <p:spPr>
          <a:xfrm>
            <a:off x="7817208" y="1946804"/>
            <a:ext cx="648000" cy="648000"/>
          </a:xfrm>
          <a:prstGeom prst="ellipse">
            <a:avLst/>
          </a:prstGeom>
          <a:solidFill>
            <a:srgbClr val="B43970">
              <a:alpha val="66667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99795DF5-3DA3-19A5-3A4C-CD56D81C3753}"/>
              </a:ext>
            </a:extLst>
          </p:cNvPr>
          <p:cNvSpPr/>
          <p:nvPr/>
        </p:nvSpPr>
        <p:spPr>
          <a:xfrm>
            <a:off x="5871554" y="3902655"/>
            <a:ext cx="648000" cy="648000"/>
          </a:xfrm>
          <a:prstGeom prst="ellipse">
            <a:avLst/>
          </a:prstGeom>
          <a:solidFill>
            <a:srgbClr val="B43970">
              <a:alpha val="66667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4BA0DA3A-6D2B-FB26-C226-1351C5C8D192}"/>
              </a:ext>
            </a:extLst>
          </p:cNvPr>
          <p:cNvSpPr/>
          <p:nvPr/>
        </p:nvSpPr>
        <p:spPr>
          <a:xfrm>
            <a:off x="5871554" y="1958655"/>
            <a:ext cx="648000" cy="648000"/>
          </a:xfrm>
          <a:prstGeom prst="ellipse">
            <a:avLst/>
          </a:prstGeom>
          <a:solidFill>
            <a:srgbClr val="B43970">
              <a:alpha val="66667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134A86F-C04C-6307-9C75-E04235FF642A}"/>
              </a:ext>
            </a:extLst>
          </p:cNvPr>
          <p:cNvSpPr txBox="1"/>
          <p:nvPr/>
        </p:nvSpPr>
        <p:spPr>
          <a:xfrm>
            <a:off x="1751012" y="1669641"/>
            <a:ext cx="13608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Helvetica" panose="020B0604020202020204" pitchFamily="34" charset="0"/>
                <a:cs typeface="Helvetica" panose="020B0604020202020204" pitchFamily="34" charset="0"/>
              </a:rPr>
              <a:t>1-fan case</a:t>
            </a:r>
            <a:endParaRPr lang="zh-CN" alt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24BAAFDD-F195-1346-6C3E-C1C0A3A4CE0B}"/>
              </a:ext>
            </a:extLst>
          </p:cNvPr>
          <p:cNvSpPr txBox="1"/>
          <p:nvPr/>
        </p:nvSpPr>
        <p:spPr>
          <a:xfrm>
            <a:off x="1751013" y="2163997"/>
            <a:ext cx="13608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Helvetica" panose="020B0604020202020204" pitchFamily="34" charset="0"/>
                <a:cs typeface="Helvetica" panose="020B0604020202020204" pitchFamily="34" charset="0"/>
              </a:rPr>
              <a:t>4-fan case</a:t>
            </a:r>
            <a:endParaRPr lang="zh-CN" alt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8B653361-2294-2471-71F4-C2E8013CD7A9}"/>
              </a:ext>
            </a:extLst>
          </p:cNvPr>
          <p:cNvSpPr/>
          <p:nvPr/>
        </p:nvSpPr>
        <p:spPr>
          <a:xfrm>
            <a:off x="1472656" y="1727965"/>
            <a:ext cx="230690" cy="230690"/>
          </a:xfrm>
          <a:prstGeom prst="ellipse">
            <a:avLst/>
          </a:prstGeom>
          <a:solidFill>
            <a:srgbClr val="F6C63C">
              <a:alpha val="67000"/>
            </a:srgbClr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A1FCA709-E0C9-FADA-AB77-33EEF2F12D69}"/>
              </a:ext>
            </a:extLst>
          </p:cNvPr>
          <p:cNvSpPr/>
          <p:nvPr/>
        </p:nvSpPr>
        <p:spPr>
          <a:xfrm>
            <a:off x="1477759" y="2217929"/>
            <a:ext cx="230690" cy="230690"/>
          </a:xfrm>
          <a:prstGeom prst="ellipse">
            <a:avLst/>
          </a:prstGeom>
          <a:solidFill>
            <a:srgbClr val="B43970">
              <a:alpha val="67000"/>
            </a:srgbClr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A22E3420-C4BE-7C0F-2A86-1B1B9297665D}"/>
              </a:ext>
            </a:extLst>
          </p:cNvPr>
          <p:cNvCxnSpPr>
            <a:cxnSpLocks/>
          </p:cNvCxnSpPr>
          <p:nvPr/>
        </p:nvCxnSpPr>
        <p:spPr>
          <a:xfrm>
            <a:off x="9600595" y="2081757"/>
            <a:ext cx="972245" cy="0"/>
          </a:xfrm>
          <a:prstGeom prst="straightConnector1">
            <a:avLst/>
          </a:prstGeom>
          <a:ln w="12700">
            <a:solidFill>
              <a:srgbClr val="D9655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99691316-2869-D306-99E3-877DBA2E91E0}"/>
              </a:ext>
            </a:extLst>
          </p:cNvPr>
          <p:cNvSpPr txBox="1"/>
          <p:nvPr/>
        </p:nvSpPr>
        <p:spPr>
          <a:xfrm>
            <a:off x="9663016" y="1727965"/>
            <a:ext cx="847401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D96558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1.20 m</a:t>
            </a:r>
            <a:endParaRPr lang="zh-CN" altLang="en-US" sz="1600" baseline="-25000" dirty="0">
              <a:solidFill>
                <a:srgbClr val="D96558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4BC4C509-5C9B-FBA1-F846-0CB57C1DA4CA}"/>
              </a:ext>
            </a:extLst>
          </p:cNvPr>
          <p:cNvCxnSpPr>
            <a:cxnSpLocks/>
          </p:cNvCxnSpPr>
          <p:nvPr/>
        </p:nvCxnSpPr>
        <p:spPr>
          <a:xfrm>
            <a:off x="10086430" y="2768652"/>
            <a:ext cx="0" cy="1458000"/>
          </a:xfrm>
          <a:prstGeom prst="straightConnector1">
            <a:avLst/>
          </a:prstGeom>
          <a:ln w="12700">
            <a:solidFill>
              <a:srgbClr val="D9655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B3CAF2B1-3BD0-4456-8CF1-34A10E9D3671}"/>
              </a:ext>
            </a:extLst>
          </p:cNvPr>
          <p:cNvSpPr txBox="1"/>
          <p:nvPr/>
        </p:nvSpPr>
        <p:spPr>
          <a:xfrm>
            <a:off x="9679906" y="3328374"/>
            <a:ext cx="813043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D96558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1.80 m</a:t>
            </a:r>
            <a:endParaRPr lang="zh-CN" altLang="en-US" sz="1600" baseline="-25000" dirty="0">
              <a:solidFill>
                <a:srgbClr val="D96558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9937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27EC2-D3E9-D4B5-DA7B-B7A1EF02A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图片 36">
            <a:extLst>
              <a:ext uri="{FF2B5EF4-FFF2-40B4-BE49-F238E27FC236}">
                <a16:creationId xmlns:a16="http://schemas.microsoft.com/office/drawing/2014/main" id="{C09BB204-9C6C-3C04-182A-FEBA2E4B54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77" r="15249" b="3818"/>
          <a:stretch>
            <a:fillRect/>
          </a:stretch>
        </p:blipFill>
        <p:spPr>
          <a:xfrm>
            <a:off x="9057019" y="337931"/>
            <a:ext cx="3130353" cy="6113670"/>
          </a:xfrm>
          <a:prstGeom prst="rect">
            <a:avLst/>
          </a:prstGeom>
        </p:spPr>
      </p:pic>
      <p:pic>
        <p:nvPicPr>
          <p:cNvPr id="42" name="图片 41">
            <a:extLst>
              <a:ext uri="{FF2B5EF4-FFF2-40B4-BE49-F238E27FC236}">
                <a16:creationId xmlns:a16="http://schemas.microsoft.com/office/drawing/2014/main" id="{B632C22F-E55E-2C15-352E-71B3B3268C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18" t="981" r="80427" b="69004"/>
          <a:stretch>
            <a:fillRect/>
          </a:stretch>
        </p:blipFill>
        <p:spPr>
          <a:xfrm>
            <a:off x="5242663" y="337930"/>
            <a:ext cx="1658880" cy="1251384"/>
          </a:xfrm>
          <a:prstGeom prst="rect">
            <a:avLst/>
          </a:prstGeom>
        </p:spPr>
      </p:pic>
      <p:grpSp>
        <p:nvGrpSpPr>
          <p:cNvPr id="45" name="组合 44">
            <a:extLst>
              <a:ext uri="{FF2B5EF4-FFF2-40B4-BE49-F238E27FC236}">
                <a16:creationId xmlns:a16="http://schemas.microsoft.com/office/drawing/2014/main" id="{FF58B426-DE29-A57F-8B57-2B3E3E28F296}"/>
              </a:ext>
            </a:extLst>
          </p:cNvPr>
          <p:cNvGrpSpPr/>
          <p:nvPr/>
        </p:nvGrpSpPr>
        <p:grpSpPr>
          <a:xfrm>
            <a:off x="0" y="1728526"/>
            <a:ext cx="7021653" cy="4114326"/>
            <a:chOff x="234548" y="2141793"/>
            <a:chExt cx="6096000" cy="3571941"/>
          </a:xfrm>
        </p:grpSpPr>
        <p:pic>
          <p:nvPicPr>
            <p:cNvPr id="34" name="图片 33">
              <a:extLst>
                <a:ext uri="{FF2B5EF4-FFF2-40B4-BE49-F238E27FC236}">
                  <a16:creationId xmlns:a16="http://schemas.microsoft.com/office/drawing/2014/main" id="{84503412-639B-F7DD-9180-D6A8BDB36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125"/>
            <a:stretch>
              <a:fillRect/>
            </a:stretch>
          </p:blipFill>
          <p:spPr>
            <a:xfrm>
              <a:off x="266008" y="2141793"/>
              <a:ext cx="6064540" cy="3571941"/>
            </a:xfrm>
            <a:prstGeom prst="rect">
              <a:avLst/>
            </a:prstGeom>
          </p:spPr>
        </p:pic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A787041E-AD0B-771E-F74E-4F1B271118D5}"/>
                </a:ext>
              </a:extLst>
            </p:cNvPr>
            <p:cNvSpPr/>
            <p:nvPr/>
          </p:nvSpPr>
          <p:spPr>
            <a:xfrm>
              <a:off x="266008" y="4854633"/>
              <a:ext cx="340821" cy="76477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E966EC97-29EC-C43A-652E-6D976C644771}"/>
                </a:ext>
              </a:extLst>
            </p:cNvPr>
            <p:cNvSpPr/>
            <p:nvPr/>
          </p:nvSpPr>
          <p:spPr>
            <a:xfrm>
              <a:off x="234548" y="2141793"/>
              <a:ext cx="372281" cy="11541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pic>
        <p:nvPicPr>
          <p:cNvPr id="38" name="图片 37">
            <a:extLst>
              <a:ext uri="{FF2B5EF4-FFF2-40B4-BE49-F238E27FC236}">
                <a16:creationId xmlns:a16="http://schemas.microsoft.com/office/drawing/2014/main" id="{B226DDD7-0D3C-C8C4-F666-4CA16C1D339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71195" b="95275" l="6246" r="17284">
                        <a14:foregroundMark x1="6427" y1="95320" x2="6427" y2="95320"/>
                        <a14:foregroundMark x1="9357" y1="90959" x2="9357" y2="90959"/>
                        <a14:foregroundMark x1="8812" y1="73194" x2="8812" y2="73194"/>
                        <a14:foregroundMark x1="8426" y1="72876" x2="8426" y2="72876"/>
                        <a14:foregroundMark x1="9221" y1="72785" x2="9221" y2="72785"/>
                        <a14:foregroundMark x1="9085" y1="71195" x2="9085" y2="71195"/>
                        <a14:foregroundMark x1="9176" y1="71286" x2="9176" y2="71286"/>
                        <a14:foregroundMark x1="8358" y1="71422" x2="8358" y2="71422"/>
                        <a14:foregroundMark x1="16648" y1="90232" x2="16648" y2="90232"/>
                        <a14:foregroundMark x1="17057" y1="91458" x2="17057" y2="91458"/>
                        <a14:foregroundMark x1="16330" y1="91368" x2="16330" y2="91368"/>
                        <a14:foregroundMark x1="17284" y1="91686" x2="17284" y2="91686"/>
                        <a14:foregroundMark x1="17170" y1="89050" x2="17170" y2="89050"/>
                        <a14:foregroundMark x1="16239" y1="91686" x2="16239" y2="9168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003" t="69969" r="82153" b="2677"/>
          <a:stretch>
            <a:fillRect/>
          </a:stretch>
        </p:blipFill>
        <p:spPr>
          <a:xfrm>
            <a:off x="93635" y="5474538"/>
            <a:ext cx="917709" cy="977063"/>
          </a:xfrm>
          <a:prstGeom prst="rect">
            <a:avLst/>
          </a:prstGeom>
        </p:spPr>
      </p:pic>
      <p:sp>
        <p:nvSpPr>
          <p:cNvPr id="63" name="矩形 62">
            <a:extLst>
              <a:ext uri="{FF2B5EF4-FFF2-40B4-BE49-F238E27FC236}">
                <a16:creationId xmlns:a16="http://schemas.microsoft.com/office/drawing/2014/main" id="{F114FEDF-DB33-6D27-0C7B-402685C3FEA6}"/>
              </a:ext>
            </a:extLst>
          </p:cNvPr>
          <p:cNvSpPr/>
          <p:nvPr/>
        </p:nvSpPr>
        <p:spPr>
          <a:xfrm>
            <a:off x="9004221" y="0"/>
            <a:ext cx="1302657" cy="6858000"/>
          </a:xfrm>
          <a:prstGeom prst="rect">
            <a:avLst/>
          </a:prstGeom>
          <a:gradFill>
            <a:gsLst>
              <a:gs pos="34000">
                <a:srgbClr val="FFFFFF"/>
              </a:gs>
              <a:gs pos="95000">
                <a:srgbClr val="FEFEFE">
                  <a:alpha val="43000"/>
                </a:srgbClr>
              </a:gs>
              <a:gs pos="88000">
                <a:srgbClr val="FEFEFE">
                  <a:alpha val="70000"/>
                </a:srgbClr>
              </a:gs>
              <a:gs pos="100000">
                <a:schemeClr val="bg1">
                  <a:lumMod val="99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93" name="组合 92">
            <a:extLst>
              <a:ext uri="{FF2B5EF4-FFF2-40B4-BE49-F238E27FC236}">
                <a16:creationId xmlns:a16="http://schemas.microsoft.com/office/drawing/2014/main" id="{244AA9C1-5E07-A14B-0D4C-E801B1456F50}"/>
              </a:ext>
            </a:extLst>
          </p:cNvPr>
          <p:cNvGrpSpPr/>
          <p:nvPr/>
        </p:nvGrpSpPr>
        <p:grpSpPr>
          <a:xfrm>
            <a:off x="9364436" y="5372100"/>
            <a:ext cx="2292803" cy="862693"/>
            <a:chOff x="9364436" y="5372100"/>
            <a:chExt cx="2292803" cy="862693"/>
          </a:xfrm>
          <a:effectLst>
            <a:outerShdw blurRad="63500" sx="101000" sy="101000" algn="ctr" rotWithShape="0">
              <a:schemeClr val="bg1"/>
            </a:outerShdw>
          </a:effectLst>
        </p:grpSpPr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A3A91A2E-7852-FC83-BF92-BF52241D10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71464" y="5372100"/>
              <a:ext cx="485775" cy="470752"/>
            </a:xfrm>
            <a:prstGeom prst="straightConnector1">
              <a:avLst/>
            </a:prstGeom>
            <a:ln w="31750">
              <a:solidFill>
                <a:srgbClr val="DE862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490367D2-3871-1604-4466-5893EC9691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64436" y="5842852"/>
              <a:ext cx="1807027" cy="391941"/>
            </a:xfrm>
            <a:prstGeom prst="line">
              <a:avLst/>
            </a:prstGeom>
            <a:ln w="31750">
              <a:solidFill>
                <a:srgbClr val="DE86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2" name="文本框 91">
            <a:extLst>
              <a:ext uri="{FF2B5EF4-FFF2-40B4-BE49-F238E27FC236}">
                <a16:creationId xmlns:a16="http://schemas.microsoft.com/office/drawing/2014/main" id="{791F1E7C-ADF1-8CD5-4AAD-B4FE4565B178}"/>
              </a:ext>
            </a:extLst>
          </p:cNvPr>
          <p:cNvSpPr txBox="1"/>
          <p:nvPr/>
        </p:nvSpPr>
        <p:spPr>
          <a:xfrm>
            <a:off x="7146391" y="5607476"/>
            <a:ext cx="2153999" cy="883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z="1600" dirty="0">
                <a:solidFill>
                  <a:srgbClr val="DE862F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BENETECH GM8903 constant‑temperature hot‑wire anemometer</a:t>
            </a:r>
            <a:endParaRPr lang="zh-CN" altLang="en-US" sz="1600" dirty="0">
              <a:solidFill>
                <a:srgbClr val="DE862F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23E6F7E-EAC4-91F7-59DE-C034C907ADB0}"/>
              </a:ext>
            </a:extLst>
          </p:cNvPr>
          <p:cNvSpPr txBox="1"/>
          <p:nvPr/>
        </p:nvSpPr>
        <p:spPr>
          <a:xfrm>
            <a:off x="7146391" y="3813319"/>
            <a:ext cx="1637381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endParaRPr lang="en-GB" altLang="zh-CN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GB" altLang="zh-CN" sz="1600" dirty="0">
                <a:latin typeface="Helvetica" panose="020B0604020202020204" pitchFamily="34" charset="0"/>
                <a:cs typeface="Helvetica" panose="020B0604020202020204" pitchFamily="34" charset="0"/>
              </a:rPr>
              <a:t>height-indexed</a:t>
            </a:r>
          </a:p>
          <a:p>
            <a:r>
              <a:rPr lang="en-GB" altLang="zh-CN" sz="1600" dirty="0">
                <a:latin typeface="Helvetica" panose="020B0604020202020204" pitchFamily="34" charset="0"/>
                <a:cs typeface="Helvetica" panose="020B0604020202020204" pitchFamily="34" charset="0"/>
              </a:rPr>
              <a:t>custom support</a:t>
            </a:r>
            <a:endParaRPr lang="en-GB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726F47DF-DC4D-A9E1-35B8-F9671DEE85EC}"/>
              </a:ext>
            </a:extLst>
          </p:cNvPr>
          <p:cNvGrpSpPr/>
          <p:nvPr/>
        </p:nvGrpSpPr>
        <p:grpSpPr>
          <a:xfrm>
            <a:off x="8783772" y="4138965"/>
            <a:ext cx="2820399" cy="129560"/>
            <a:chOff x="9371958" y="5842852"/>
            <a:chExt cx="2820399" cy="129560"/>
          </a:xfrm>
          <a:effectLst>
            <a:outerShdw blurRad="63500" sx="101000" sy="101000" algn="ctr" rotWithShape="0">
              <a:schemeClr val="bg1"/>
            </a:outerShdw>
          </a:effectLst>
        </p:grpSpPr>
        <p:cxnSp>
          <p:nvCxnSpPr>
            <p:cNvPr id="98" name="直接箭头连接符 97">
              <a:extLst>
                <a:ext uri="{FF2B5EF4-FFF2-40B4-BE49-F238E27FC236}">
                  <a16:creationId xmlns:a16="http://schemas.microsoft.com/office/drawing/2014/main" id="{5B8710CF-6427-DFDB-2CC3-B7F5BC317BAA}"/>
                </a:ext>
              </a:extLst>
            </p:cNvPr>
            <p:cNvCxnSpPr>
              <a:cxnSpLocks/>
            </p:cNvCxnSpPr>
            <p:nvPr/>
          </p:nvCxnSpPr>
          <p:spPr>
            <a:xfrm>
              <a:off x="11171464" y="5842852"/>
              <a:ext cx="1020893" cy="12956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连接符 98">
              <a:extLst>
                <a:ext uri="{FF2B5EF4-FFF2-40B4-BE49-F238E27FC236}">
                  <a16:creationId xmlns:a16="http://schemas.microsoft.com/office/drawing/2014/main" id="{D30FDA9A-B44C-7A28-85F1-967F50148D04}"/>
                </a:ext>
              </a:extLst>
            </p:cNvPr>
            <p:cNvCxnSpPr>
              <a:cxnSpLocks/>
              <a:endCxn id="96" idx="3"/>
            </p:cNvCxnSpPr>
            <p:nvPr/>
          </p:nvCxnSpPr>
          <p:spPr>
            <a:xfrm flipH="1">
              <a:off x="9371958" y="5842852"/>
              <a:ext cx="1799505" cy="89853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F6B8C7C2-79F6-AEFF-0EB7-0CC98069A858}"/>
              </a:ext>
            </a:extLst>
          </p:cNvPr>
          <p:cNvGrpSpPr/>
          <p:nvPr/>
        </p:nvGrpSpPr>
        <p:grpSpPr>
          <a:xfrm>
            <a:off x="7877626" y="2078852"/>
            <a:ext cx="3145974" cy="1017720"/>
            <a:chOff x="8655632" y="5431624"/>
            <a:chExt cx="3145974" cy="1017720"/>
          </a:xfrm>
          <a:effectLst>
            <a:outerShdw blurRad="63500" sx="101000" sy="101000" algn="ctr" rotWithShape="0">
              <a:schemeClr val="bg1"/>
            </a:outerShdw>
          </a:effectLst>
        </p:grpSpPr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F12C5782-1761-F746-A380-93E323ABC10D}"/>
                </a:ext>
              </a:extLst>
            </p:cNvPr>
            <p:cNvCxnSpPr>
              <a:cxnSpLocks/>
            </p:cNvCxnSpPr>
            <p:nvPr/>
          </p:nvCxnSpPr>
          <p:spPr>
            <a:xfrm>
              <a:off x="11679102" y="5787543"/>
              <a:ext cx="122504" cy="661801"/>
            </a:xfrm>
            <a:prstGeom prst="straightConnector1">
              <a:avLst/>
            </a:prstGeom>
            <a:ln w="31750">
              <a:solidFill>
                <a:srgbClr val="67645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连接符 105">
              <a:extLst>
                <a:ext uri="{FF2B5EF4-FFF2-40B4-BE49-F238E27FC236}">
                  <a16:creationId xmlns:a16="http://schemas.microsoft.com/office/drawing/2014/main" id="{367B6F0B-1F0E-9BB2-A188-C5E687862AA6}"/>
                </a:ext>
              </a:extLst>
            </p:cNvPr>
            <p:cNvCxnSpPr>
              <a:cxnSpLocks/>
              <a:endCxn id="136" idx="3"/>
            </p:cNvCxnSpPr>
            <p:nvPr/>
          </p:nvCxnSpPr>
          <p:spPr>
            <a:xfrm flipH="1" flipV="1">
              <a:off x="8655632" y="5431624"/>
              <a:ext cx="3036663" cy="363077"/>
            </a:xfrm>
            <a:prstGeom prst="line">
              <a:avLst/>
            </a:prstGeom>
            <a:ln w="31750">
              <a:solidFill>
                <a:srgbClr val="67645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7" name="组合 116">
            <a:extLst>
              <a:ext uri="{FF2B5EF4-FFF2-40B4-BE49-F238E27FC236}">
                <a16:creationId xmlns:a16="http://schemas.microsoft.com/office/drawing/2014/main" id="{323D098F-BFD7-CB49-30F1-211C01F31ACC}"/>
              </a:ext>
            </a:extLst>
          </p:cNvPr>
          <p:cNvGrpSpPr/>
          <p:nvPr/>
        </p:nvGrpSpPr>
        <p:grpSpPr>
          <a:xfrm>
            <a:off x="8747760" y="1536413"/>
            <a:ext cx="2909479" cy="1729301"/>
            <a:chOff x="9373366" y="4736785"/>
            <a:chExt cx="2909479" cy="1729301"/>
          </a:xfrm>
          <a:effectLst>
            <a:outerShdw blurRad="63500" sx="101000" sy="101000" algn="ctr" rotWithShape="0">
              <a:schemeClr val="bg1"/>
            </a:outerShdw>
          </a:effectLst>
        </p:grpSpPr>
        <p:cxnSp>
          <p:nvCxnSpPr>
            <p:cNvPr id="118" name="直接箭头连接符 117">
              <a:extLst>
                <a:ext uri="{FF2B5EF4-FFF2-40B4-BE49-F238E27FC236}">
                  <a16:creationId xmlns:a16="http://schemas.microsoft.com/office/drawing/2014/main" id="{FADF621A-A40E-F801-D6BD-44BCB595F9FA}"/>
                </a:ext>
              </a:extLst>
            </p:cNvPr>
            <p:cNvCxnSpPr>
              <a:cxnSpLocks/>
            </p:cNvCxnSpPr>
            <p:nvPr/>
          </p:nvCxnSpPr>
          <p:spPr>
            <a:xfrm>
              <a:off x="11679102" y="5029172"/>
              <a:ext cx="603743" cy="1436914"/>
            </a:xfrm>
            <a:prstGeom prst="straightConnector1">
              <a:avLst/>
            </a:prstGeom>
            <a:ln w="31750">
              <a:solidFill>
                <a:srgbClr val="77797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116040EE-5590-EDE1-2067-00412E180FF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373366" y="4736785"/>
              <a:ext cx="2316208" cy="301912"/>
            </a:xfrm>
            <a:prstGeom prst="line">
              <a:avLst/>
            </a:prstGeom>
            <a:ln w="31750">
              <a:solidFill>
                <a:srgbClr val="7779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2" name="文本框 131">
            <a:extLst>
              <a:ext uri="{FF2B5EF4-FFF2-40B4-BE49-F238E27FC236}">
                <a16:creationId xmlns:a16="http://schemas.microsoft.com/office/drawing/2014/main" id="{FEB56916-96C1-7BAE-CDDC-4445CCE47D29}"/>
              </a:ext>
            </a:extLst>
          </p:cNvPr>
          <p:cNvSpPr txBox="1"/>
          <p:nvPr/>
        </p:nvSpPr>
        <p:spPr>
          <a:xfrm>
            <a:off x="7146391" y="1092367"/>
            <a:ext cx="1897289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zh-CN" sz="1600" dirty="0" err="1">
                <a:solidFill>
                  <a:srgbClr val="77797D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fibreglass</a:t>
            </a:r>
            <a:r>
              <a:rPr lang="en-US" altLang="zh-CN" sz="1600" dirty="0">
                <a:solidFill>
                  <a:srgbClr val="77797D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reinforced tape</a:t>
            </a:r>
            <a:endParaRPr lang="en-GB" sz="1600" dirty="0">
              <a:solidFill>
                <a:srgbClr val="77797D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9500AF6D-4FC1-F159-5F63-E87E7AFA2541}"/>
              </a:ext>
            </a:extLst>
          </p:cNvPr>
          <p:cNvSpPr txBox="1"/>
          <p:nvPr/>
        </p:nvSpPr>
        <p:spPr>
          <a:xfrm>
            <a:off x="7146392" y="1909575"/>
            <a:ext cx="73123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1600" dirty="0">
                <a:solidFill>
                  <a:srgbClr val="67645F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probe</a:t>
            </a:r>
            <a:endParaRPr lang="en-GB" sz="1600" dirty="0">
              <a:solidFill>
                <a:srgbClr val="67645F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139" name="组合 138">
            <a:extLst>
              <a:ext uri="{FF2B5EF4-FFF2-40B4-BE49-F238E27FC236}">
                <a16:creationId xmlns:a16="http://schemas.microsoft.com/office/drawing/2014/main" id="{38130447-C12B-A7B8-EB4C-5922EB5047DA}"/>
              </a:ext>
            </a:extLst>
          </p:cNvPr>
          <p:cNvGrpSpPr/>
          <p:nvPr/>
        </p:nvGrpSpPr>
        <p:grpSpPr>
          <a:xfrm flipV="1">
            <a:off x="8779312" y="2979060"/>
            <a:ext cx="1770758" cy="358838"/>
            <a:chOff x="9862795" y="5698475"/>
            <a:chExt cx="2308273" cy="273931"/>
          </a:xfrm>
          <a:effectLst>
            <a:outerShdw blurRad="63500" sx="101000" sy="101000" algn="ctr" rotWithShape="0">
              <a:schemeClr val="bg1"/>
            </a:outerShdw>
          </a:effectLst>
        </p:grpSpPr>
        <p:cxnSp>
          <p:nvCxnSpPr>
            <p:cNvPr id="140" name="直接箭头连接符 139">
              <a:extLst>
                <a:ext uri="{FF2B5EF4-FFF2-40B4-BE49-F238E27FC236}">
                  <a16:creationId xmlns:a16="http://schemas.microsoft.com/office/drawing/2014/main" id="{C7B6B979-85D8-D7CC-B537-7B16ED999594}"/>
                </a:ext>
              </a:extLst>
            </p:cNvPr>
            <p:cNvCxnSpPr>
              <a:cxnSpLocks/>
            </p:cNvCxnSpPr>
            <p:nvPr/>
          </p:nvCxnSpPr>
          <p:spPr>
            <a:xfrm>
              <a:off x="11260538" y="5698475"/>
              <a:ext cx="910530" cy="273931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直接连接符 140">
              <a:extLst>
                <a:ext uri="{FF2B5EF4-FFF2-40B4-BE49-F238E27FC236}">
                  <a16:creationId xmlns:a16="http://schemas.microsoft.com/office/drawing/2014/main" id="{532268C6-1CF2-232B-3609-71DF18EADE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62795" y="5698475"/>
              <a:ext cx="1416665" cy="8135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6" name="图形 155">
            <a:extLst>
              <a:ext uri="{FF2B5EF4-FFF2-40B4-BE49-F238E27FC236}">
                <a16:creationId xmlns:a16="http://schemas.microsoft.com/office/drawing/2014/main" id="{7F952B11-04CF-2366-921E-1E3D86B8DA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840468" y="2669667"/>
            <a:ext cx="713125" cy="1003562"/>
          </a:xfrm>
          <a:prstGeom prst="rect">
            <a:avLst/>
          </a:prstGeom>
        </p:spPr>
      </p:pic>
      <p:sp>
        <p:nvSpPr>
          <p:cNvPr id="157" name="文本框 156">
            <a:extLst>
              <a:ext uri="{FF2B5EF4-FFF2-40B4-BE49-F238E27FC236}">
                <a16:creationId xmlns:a16="http://schemas.microsoft.com/office/drawing/2014/main" id="{C0D6F6BC-1F30-7B2F-2C54-BE620694E6E6}"/>
              </a:ext>
            </a:extLst>
          </p:cNvPr>
          <p:cNvSpPr txBox="1"/>
          <p:nvPr/>
        </p:nvSpPr>
        <p:spPr>
          <a:xfrm>
            <a:off x="7476309" y="2500390"/>
            <a:ext cx="2034319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altLang="zh-CN" sz="1600" dirty="0">
                <a:latin typeface="Helvetica" panose="020B0604020202020204" pitchFamily="34" charset="0"/>
                <a:cs typeface="Helvetica" panose="020B0604020202020204" pitchFamily="34" charset="0"/>
              </a:rPr>
              <a:t>wind       </a:t>
            </a:r>
            <a:r>
              <a:rPr lang="en-GB" sz="1600" dirty="0">
                <a:latin typeface="Helvetica" panose="020B0604020202020204" pitchFamily="34" charset="0"/>
                <a:cs typeface="Helvetica" panose="020B0604020202020204" pitchFamily="34" charset="0"/>
              </a:rPr>
              <a:t>direction</a:t>
            </a:r>
          </a:p>
        </p:txBody>
      </p:sp>
    </p:spTree>
    <p:extLst>
      <p:ext uri="{BB962C8B-B14F-4D97-AF65-F5344CB8AC3E}">
        <p14:creationId xmlns:p14="http://schemas.microsoft.com/office/powerpoint/2010/main" val="3601829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1954</TotalTime>
  <Words>53</Words>
  <Application>Microsoft Office PowerPoint</Application>
  <PresentationFormat>宽屏</PresentationFormat>
  <Paragraphs>27</Paragraphs>
  <Slides>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9" baseType="lpstr">
      <vt:lpstr>等线</vt:lpstr>
      <vt:lpstr>Aptos</vt:lpstr>
      <vt:lpstr>Aptos Display</vt:lpstr>
      <vt:lpstr>Arial</vt:lpstr>
      <vt:lpstr>Helvetica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Hanchen Li</dc:creator>
  <cp:lastModifiedBy>Hanchen Li</cp:lastModifiedBy>
  <cp:revision>1</cp:revision>
  <cp:lastPrinted>2026-01-16T23:03:24Z</cp:lastPrinted>
  <dcterms:created xsi:type="dcterms:W3CDTF">2025-05-22T21:32:03Z</dcterms:created>
  <dcterms:modified xsi:type="dcterms:W3CDTF">2026-03-16T17:07:19Z</dcterms:modified>
</cp:coreProperties>
</file>