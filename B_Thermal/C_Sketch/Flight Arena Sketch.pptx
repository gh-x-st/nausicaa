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7102475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3970"/>
    <a:srgbClr val="F6C63C"/>
    <a:srgbClr val="692F7C"/>
    <a:srgbClr val="D96558"/>
    <a:srgbClr val="FFFFFF"/>
    <a:srgbClr val="DC143C"/>
    <a:srgbClr val="0000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61FE3C-C10E-4EE6-8D2D-81A36C423E2D}" v="159" dt="2026-02-05T06:07:17.4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24" autoAdjust="0"/>
    <p:restoredTop sz="89727" autoAdjust="0"/>
  </p:normalViewPr>
  <p:slideViewPr>
    <p:cSldViewPr snapToGrid="0">
      <p:cViewPr varScale="1">
        <p:scale>
          <a:sx n="86" d="100"/>
          <a:sy n="86" d="100"/>
        </p:scale>
        <p:origin x="4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Hanchen F" userId="3aee791e-6a2d-4da7-a77b-fbdf7bf15886" providerId="ADAL" clId="{1EA8FAE0-933A-49DD-A724-68A18B8AE880}"/>
    <pc:docChg chg="undo redo custSel addSld delSld modSld modNotesMaster">
      <pc:chgData name="Li, Hanchen F" userId="3aee791e-6a2d-4da7-a77b-fbdf7bf15886" providerId="ADAL" clId="{1EA8FAE0-933A-49DD-A724-68A18B8AE880}" dt="2026-02-05T06:07:33.353" v="1731" actId="1076"/>
      <pc:docMkLst>
        <pc:docMk/>
      </pc:docMkLst>
      <pc:sldChg chg="addSp delSp modSp mod">
        <pc:chgData name="Li, Hanchen F" userId="3aee791e-6a2d-4da7-a77b-fbdf7bf15886" providerId="ADAL" clId="{1EA8FAE0-933A-49DD-A724-68A18B8AE880}" dt="2026-02-05T06:07:13.473" v="1728" actId="20577"/>
        <pc:sldMkLst>
          <pc:docMk/>
          <pc:sldMk cId="3834972223" sldId="258"/>
        </pc:sldMkLst>
        <pc:spChg chg="add mod">
          <ac:chgData name="Li, Hanchen F" userId="3aee791e-6a2d-4da7-a77b-fbdf7bf15886" providerId="ADAL" clId="{1EA8FAE0-933A-49DD-A724-68A18B8AE880}" dt="2026-02-05T05:51:24.541" v="1444" actId="208"/>
          <ac:spMkLst>
            <pc:docMk/>
            <pc:sldMk cId="3834972223" sldId="258"/>
            <ac:spMk id="2" creationId="{3C9275A5-2535-6F2D-67E9-ADB51B7DA3D0}"/>
          </ac:spMkLst>
        </pc:spChg>
        <pc:spChg chg="add mod topLvl">
          <ac:chgData name="Li, Hanchen F" userId="3aee791e-6a2d-4da7-a77b-fbdf7bf15886" providerId="ADAL" clId="{1EA8FAE0-933A-49DD-A724-68A18B8AE880}" dt="2026-02-05T05:51:24.541" v="1444" actId="208"/>
          <ac:spMkLst>
            <pc:docMk/>
            <pc:sldMk cId="3834972223" sldId="258"/>
            <ac:spMk id="3" creationId="{F2E6F187-1BCB-4791-5DE8-FFFDE759331C}"/>
          </ac:spMkLst>
        </pc:spChg>
        <pc:spChg chg="add mod">
          <ac:chgData name="Li, Hanchen F" userId="3aee791e-6a2d-4da7-a77b-fbdf7bf15886" providerId="ADAL" clId="{1EA8FAE0-933A-49DD-A724-68A18B8AE880}" dt="2026-02-05T05:51:24.541" v="1444" actId="208"/>
          <ac:spMkLst>
            <pc:docMk/>
            <pc:sldMk cId="3834972223" sldId="258"/>
            <ac:spMk id="4" creationId="{3141F771-028A-52A9-140C-32B2CB578395}"/>
          </ac:spMkLst>
        </pc:spChg>
        <pc:spChg chg="add mod topLvl">
          <ac:chgData name="Li, Hanchen F" userId="3aee791e-6a2d-4da7-a77b-fbdf7bf15886" providerId="ADAL" clId="{1EA8FAE0-933A-49DD-A724-68A18B8AE880}" dt="2026-02-05T05:51:24.541" v="1444" actId="208"/>
          <ac:spMkLst>
            <pc:docMk/>
            <pc:sldMk cId="3834972223" sldId="258"/>
            <ac:spMk id="6" creationId="{D8894A62-40AC-3DB5-2D3B-89D6B68B1DE4}"/>
          </ac:spMkLst>
        </pc:spChg>
        <pc:spChg chg="add mod topLvl">
          <ac:chgData name="Li, Hanchen F" userId="3aee791e-6a2d-4da7-a77b-fbdf7bf15886" providerId="ADAL" clId="{1EA8FAE0-933A-49DD-A724-68A18B8AE880}" dt="2026-02-05T05:51:24.541" v="1444" actId="208"/>
          <ac:spMkLst>
            <pc:docMk/>
            <pc:sldMk cId="3834972223" sldId="258"/>
            <ac:spMk id="7" creationId="{DF0E6C4F-6318-CAA3-A057-C2EE496ED0C3}"/>
          </ac:spMkLst>
        </pc:spChg>
        <pc:spChg chg="add del mod topLvl">
          <ac:chgData name="Li, Hanchen F" userId="3aee791e-6a2d-4da7-a77b-fbdf7bf15886" providerId="ADAL" clId="{1EA8FAE0-933A-49DD-A724-68A18B8AE880}" dt="2026-02-05T05:51:24.541" v="1444" actId="208"/>
          <ac:spMkLst>
            <pc:docMk/>
            <pc:sldMk cId="3834972223" sldId="258"/>
            <ac:spMk id="8" creationId="{78F60072-A859-99AE-3F9E-CCE49529D4B6}"/>
          </ac:spMkLst>
        </pc:spChg>
        <pc:spChg chg="add del mod ord">
          <ac:chgData name="Li, Hanchen F" userId="3aee791e-6a2d-4da7-a77b-fbdf7bf15886" providerId="ADAL" clId="{1EA8FAE0-933A-49DD-A724-68A18B8AE880}" dt="2026-02-05T05:51:49.849" v="1455" actId="478"/>
          <ac:spMkLst>
            <pc:docMk/>
            <pc:sldMk cId="3834972223" sldId="258"/>
            <ac:spMk id="10" creationId="{C199BB83-26A7-E669-C19E-9C3A8CD69DB2}"/>
          </ac:spMkLst>
        </pc:spChg>
        <pc:spChg chg="add mod topLvl">
          <ac:chgData name="Li, Hanchen F" userId="3aee791e-6a2d-4da7-a77b-fbdf7bf15886" providerId="ADAL" clId="{1EA8FAE0-933A-49DD-A724-68A18B8AE880}" dt="2026-02-05T05:50:57.707" v="1434" actId="208"/>
          <ac:spMkLst>
            <pc:docMk/>
            <pc:sldMk cId="3834972223" sldId="258"/>
            <ac:spMk id="13" creationId="{E0274BB4-BC49-B77D-FE97-E6C0397D62B0}"/>
          </ac:spMkLst>
        </pc:spChg>
        <pc:spChg chg="add mod topLvl">
          <ac:chgData name="Li, Hanchen F" userId="3aee791e-6a2d-4da7-a77b-fbdf7bf15886" providerId="ADAL" clId="{1EA8FAE0-933A-49DD-A724-68A18B8AE880}" dt="2026-01-16T20:17:34.273" v="543" actId="164"/>
          <ac:spMkLst>
            <pc:docMk/>
            <pc:sldMk cId="3834972223" sldId="258"/>
            <ac:spMk id="18" creationId="{330FA24B-AB9D-3C2D-21A4-B24B372EBF1F}"/>
          </ac:spMkLst>
        </pc:spChg>
        <pc:spChg chg="add mod">
          <ac:chgData name="Li, Hanchen F" userId="3aee791e-6a2d-4da7-a77b-fbdf7bf15886" providerId="ADAL" clId="{1EA8FAE0-933A-49DD-A724-68A18B8AE880}" dt="2026-02-05T05:50:57.707" v="1434" actId="208"/>
          <ac:spMkLst>
            <pc:docMk/>
            <pc:sldMk cId="3834972223" sldId="258"/>
            <ac:spMk id="20" creationId="{7CA7663E-BB68-F410-6926-339F2569AF89}"/>
          </ac:spMkLst>
        </pc:spChg>
        <pc:spChg chg="add mod topLvl">
          <ac:chgData name="Li, Hanchen F" userId="3aee791e-6a2d-4da7-a77b-fbdf7bf15886" providerId="ADAL" clId="{1EA8FAE0-933A-49DD-A724-68A18B8AE880}" dt="2026-02-05T05:50:57.707" v="1434" actId="208"/>
          <ac:spMkLst>
            <pc:docMk/>
            <pc:sldMk cId="3834972223" sldId="258"/>
            <ac:spMk id="23" creationId="{CA5BE35D-EE19-8DE3-ADED-F656B5BD189D}"/>
          </ac:spMkLst>
        </pc:spChg>
        <pc:spChg chg="add mod">
          <ac:chgData name="Li, Hanchen F" userId="3aee791e-6a2d-4da7-a77b-fbdf7bf15886" providerId="ADAL" clId="{1EA8FAE0-933A-49DD-A724-68A18B8AE880}" dt="2026-02-05T05:50:57.707" v="1434" actId="208"/>
          <ac:spMkLst>
            <pc:docMk/>
            <pc:sldMk cId="3834972223" sldId="258"/>
            <ac:spMk id="24" creationId="{59057F11-740F-B258-587C-019F31519238}"/>
          </ac:spMkLst>
        </pc:spChg>
        <pc:spChg chg="add mod topLvl">
          <ac:chgData name="Li, Hanchen F" userId="3aee791e-6a2d-4da7-a77b-fbdf7bf15886" providerId="ADAL" clId="{1EA8FAE0-933A-49DD-A724-68A18B8AE880}" dt="2026-02-05T05:50:57.707" v="1434" actId="208"/>
          <ac:spMkLst>
            <pc:docMk/>
            <pc:sldMk cId="3834972223" sldId="258"/>
            <ac:spMk id="25" creationId="{D81E828C-8A6C-BDD0-AC7B-5F78BE7372ED}"/>
          </ac:spMkLst>
        </pc:spChg>
        <pc:spChg chg="add del mod">
          <ac:chgData name="Li, Hanchen F" userId="3aee791e-6a2d-4da7-a77b-fbdf7bf15886" providerId="ADAL" clId="{1EA8FAE0-933A-49DD-A724-68A18B8AE880}" dt="2026-02-05T05:50:57.707" v="1434" actId="208"/>
          <ac:spMkLst>
            <pc:docMk/>
            <pc:sldMk cId="3834972223" sldId="258"/>
            <ac:spMk id="26" creationId="{426E059C-381F-E918-4E56-098CCB6CF11E}"/>
          </ac:spMkLst>
        </pc:spChg>
        <pc:spChg chg="add mod topLvl">
          <ac:chgData name="Li, Hanchen F" userId="3aee791e-6a2d-4da7-a77b-fbdf7bf15886" providerId="ADAL" clId="{1EA8FAE0-933A-49DD-A724-68A18B8AE880}" dt="2026-01-16T20:17:34.273" v="543" actId="164"/>
          <ac:spMkLst>
            <pc:docMk/>
            <pc:sldMk cId="3834972223" sldId="258"/>
            <ac:spMk id="28" creationId="{5C2395E9-1B91-3FE8-060C-A52323E240B5}"/>
          </ac:spMkLst>
        </pc:spChg>
        <pc:spChg chg="add mod topLvl">
          <ac:chgData name="Li, Hanchen F" userId="3aee791e-6a2d-4da7-a77b-fbdf7bf15886" providerId="ADAL" clId="{1EA8FAE0-933A-49DD-A724-68A18B8AE880}" dt="2026-02-05T05:50:57.707" v="1434" actId="208"/>
          <ac:spMkLst>
            <pc:docMk/>
            <pc:sldMk cId="3834972223" sldId="258"/>
            <ac:spMk id="29" creationId="{46482BBB-5F1C-9761-79F4-A4BC3EBC390B}"/>
          </ac:spMkLst>
        </pc:spChg>
        <pc:spChg chg="add mod topLvl">
          <ac:chgData name="Li, Hanchen F" userId="3aee791e-6a2d-4da7-a77b-fbdf7bf15886" providerId="ADAL" clId="{1EA8FAE0-933A-49DD-A724-68A18B8AE880}" dt="2026-02-05T05:50:57.707" v="1434" actId="208"/>
          <ac:spMkLst>
            <pc:docMk/>
            <pc:sldMk cId="3834972223" sldId="258"/>
            <ac:spMk id="30" creationId="{A883B023-53CF-6828-3169-57B6F6FDF081}"/>
          </ac:spMkLst>
        </pc:spChg>
        <pc:spChg chg="add mod topLvl">
          <ac:chgData name="Li, Hanchen F" userId="3aee791e-6a2d-4da7-a77b-fbdf7bf15886" providerId="ADAL" clId="{1EA8FAE0-933A-49DD-A724-68A18B8AE880}" dt="2026-02-05T05:48:10.600" v="1389" actId="2711"/>
          <ac:spMkLst>
            <pc:docMk/>
            <pc:sldMk cId="3834972223" sldId="258"/>
            <ac:spMk id="31" creationId="{8B09735E-1D0B-D0B2-7E6F-FB2530423FE9}"/>
          </ac:spMkLst>
        </pc:spChg>
        <pc:spChg chg="add del mod">
          <ac:chgData name="Li, Hanchen F" userId="3aee791e-6a2d-4da7-a77b-fbdf7bf15886" providerId="ADAL" clId="{1EA8FAE0-933A-49DD-A724-68A18B8AE880}" dt="2026-02-05T05:51:24.541" v="1444" actId="208"/>
          <ac:spMkLst>
            <pc:docMk/>
            <pc:sldMk cId="3834972223" sldId="258"/>
            <ac:spMk id="32" creationId="{EF59C657-5F5A-2F68-789F-C0AD9E28364C}"/>
          </ac:spMkLst>
        </pc:spChg>
        <pc:spChg chg="add mod">
          <ac:chgData name="Li, Hanchen F" userId="3aee791e-6a2d-4da7-a77b-fbdf7bf15886" providerId="ADAL" clId="{1EA8FAE0-933A-49DD-A724-68A18B8AE880}" dt="2026-02-05T05:51:24.541" v="1444" actId="208"/>
          <ac:spMkLst>
            <pc:docMk/>
            <pc:sldMk cId="3834972223" sldId="258"/>
            <ac:spMk id="33" creationId="{626681A8-BA49-E5FE-E98F-F9F8C6A4E824}"/>
          </ac:spMkLst>
        </pc:spChg>
        <pc:spChg chg="add mod">
          <ac:chgData name="Li, Hanchen F" userId="3aee791e-6a2d-4da7-a77b-fbdf7bf15886" providerId="ADAL" clId="{1EA8FAE0-933A-49DD-A724-68A18B8AE880}" dt="2026-02-05T05:48:10.600" v="1389" actId="2711"/>
          <ac:spMkLst>
            <pc:docMk/>
            <pc:sldMk cId="3834972223" sldId="258"/>
            <ac:spMk id="34" creationId="{DAC5D89C-F766-7D0F-FCA2-402D1B167185}"/>
          </ac:spMkLst>
        </pc:spChg>
        <pc:spChg chg="add mod">
          <ac:chgData name="Li, Hanchen F" userId="3aee791e-6a2d-4da7-a77b-fbdf7bf15886" providerId="ADAL" clId="{1EA8FAE0-933A-49DD-A724-68A18B8AE880}" dt="2026-02-05T05:47:01.196" v="1354" actId="1037"/>
          <ac:spMkLst>
            <pc:docMk/>
            <pc:sldMk cId="3834972223" sldId="258"/>
            <ac:spMk id="43" creationId="{E02F4E31-7EA7-6B75-9ACE-39CD2E8DB40E}"/>
          </ac:spMkLst>
        </pc:spChg>
        <pc:spChg chg="add mod">
          <ac:chgData name="Li, Hanchen F" userId="3aee791e-6a2d-4da7-a77b-fbdf7bf15886" providerId="ADAL" clId="{1EA8FAE0-933A-49DD-A724-68A18B8AE880}" dt="2026-02-05T05:48:10.600" v="1389" actId="2711"/>
          <ac:spMkLst>
            <pc:docMk/>
            <pc:sldMk cId="3834972223" sldId="258"/>
            <ac:spMk id="44" creationId="{3B07C5D8-3065-F5BF-3A74-7AD5451EE6AD}"/>
          </ac:spMkLst>
        </pc:spChg>
        <pc:spChg chg="add mod">
          <ac:chgData name="Li, Hanchen F" userId="3aee791e-6a2d-4da7-a77b-fbdf7bf15886" providerId="ADAL" clId="{1EA8FAE0-933A-49DD-A724-68A18B8AE880}" dt="2026-02-05T05:48:10.600" v="1389" actId="2711"/>
          <ac:spMkLst>
            <pc:docMk/>
            <pc:sldMk cId="3834972223" sldId="258"/>
            <ac:spMk id="45" creationId="{6995A01D-10ED-5ECA-D010-5A4CCFD2D214}"/>
          </ac:spMkLst>
        </pc:spChg>
        <pc:spChg chg="add mod ord">
          <ac:chgData name="Li, Hanchen F" userId="3aee791e-6a2d-4da7-a77b-fbdf7bf15886" providerId="ADAL" clId="{1EA8FAE0-933A-49DD-A724-68A18B8AE880}" dt="2026-02-05T06:07:12.737" v="1727" actId="20577"/>
          <ac:spMkLst>
            <pc:docMk/>
            <pc:sldMk cId="3834972223" sldId="258"/>
            <ac:spMk id="55" creationId="{6D4E2EF8-669F-A13E-E82A-4D6C82A96856}"/>
          </ac:spMkLst>
        </pc:spChg>
        <pc:spChg chg="add mod ord topLvl">
          <ac:chgData name="Li, Hanchen F" userId="3aee791e-6a2d-4da7-a77b-fbdf7bf15886" providerId="ADAL" clId="{1EA8FAE0-933A-49DD-A724-68A18B8AE880}" dt="2026-02-05T06:07:11.634" v="1726" actId="20577"/>
          <ac:spMkLst>
            <pc:docMk/>
            <pc:sldMk cId="3834972223" sldId="258"/>
            <ac:spMk id="97" creationId="{AC3E0CCD-375A-AF72-CE87-0F13F7941500}"/>
          </ac:spMkLst>
        </pc:spChg>
        <pc:spChg chg="add mod ord topLvl">
          <ac:chgData name="Li, Hanchen F" userId="3aee791e-6a2d-4da7-a77b-fbdf7bf15886" providerId="ADAL" clId="{1EA8FAE0-933A-49DD-A724-68A18B8AE880}" dt="2026-02-05T05:52:09.592" v="1460" actId="692"/>
          <ac:spMkLst>
            <pc:docMk/>
            <pc:sldMk cId="3834972223" sldId="258"/>
            <ac:spMk id="98" creationId="{2A24D53C-EA98-C10B-A6A5-0BB7FAAA8ADF}"/>
          </ac:spMkLst>
        </pc:spChg>
        <pc:spChg chg="add mod ord">
          <ac:chgData name="Li, Hanchen F" userId="3aee791e-6a2d-4da7-a77b-fbdf7bf15886" providerId="ADAL" clId="{1EA8FAE0-933A-49DD-A724-68A18B8AE880}" dt="2026-02-05T06:07:09.944" v="1725" actId="20577"/>
          <ac:spMkLst>
            <pc:docMk/>
            <pc:sldMk cId="3834972223" sldId="258"/>
            <ac:spMk id="106" creationId="{7CD7D3ED-91AC-3828-FD63-B770D15ABCE1}"/>
          </ac:spMkLst>
        </pc:spChg>
        <pc:spChg chg="add mod ord">
          <ac:chgData name="Li, Hanchen F" userId="3aee791e-6a2d-4da7-a77b-fbdf7bf15886" providerId="ADAL" clId="{1EA8FAE0-933A-49DD-A724-68A18B8AE880}" dt="2026-02-05T06:07:13.473" v="1728" actId="20577"/>
          <ac:spMkLst>
            <pc:docMk/>
            <pc:sldMk cId="3834972223" sldId="258"/>
            <ac:spMk id="117" creationId="{076286FC-4A81-CCDC-EDDC-6A5438AA0DE1}"/>
          </ac:spMkLst>
        </pc:spChg>
        <pc:grpChg chg="mod">
          <ac:chgData name="Li, Hanchen F" userId="3aee791e-6a2d-4da7-a77b-fbdf7bf15886" providerId="ADAL" clId="{1EA8FAE0-933A-49DD-A724-68A18B8AE880}" dt="2026-02-05T05:43:46.972" v="1320" actId="1076"/>
          <ac:grpSpMkLst>
            <pc:docMk/>
            <pc:sldMk cId="3834972223" sldId="258"/>
            <ac:grpSpMk id="47" creationId="{3B3B9E2B-4669-0B94-4FC5-DD06ADBC295C}"/>
          </ac:grpSpMkLst>
        </pc:grpChg>
        <pc:grpChg chg="add mod">
          <ac:chgData name="Li, Hanchen F" userId="3aee791e-6a2d-4da7-a77b-fbdf7bf15886" providerId="ADAL" clId="{1EA8FAE0-933A-49DD-A724-68A18B8AE880}" dt="2026-01-16T20:19:02.793" v="551" actId="1076"/>
          <ac:grpSpMkLst>
            <pc:docMk/>
            <pc:sldMk cId="3834972223" sldId="258"/>
            <ac:grpSpMk id="51" creationId="{CF4D6442-279A-1F66-4C8D-976C1626D541}"/>
          </ac:grpSpMkLst>
        </pc:grpChg>
        <pc:cxnChg chg="add mod">
          <ac:chgData name="Li, Hanchen F" userId="3aee791e-6a2d-4da7-a77b-fbdf7bf15886" providerId="ADAL" clId="{1EA8FAE0-933A-49DD-A724-68A18B8AE880}" dt="2026-01-15T19:44:01.081" v="99" actId="1582"/>
          <ac:cxnSpMkLst>
            <pc:docMk/>
            <pc:sldMk cId="3834972223" sldId="258"/>
            <ac:cxnSpMk id="42" creationId="{03005AD2-FAEE-A3BD-EACA-A8E900330585}"/>
          </ac:cxnSpMkLst>
        </pc:cxnChg>
        <pc:cxnChg chg="add mod">
          <ac:chgData name="Li, Hanchen F" userId="3aee791e-6a2d-4da7-a77b-fbdf7bf15886" providerId="ADAL" clId="{1EA8FAE0-933A-49DD-A724-68A18B8AE880}" dt="2026-01-15T19:44:01.081" v="99" actId="1582"/>
          <ac:cxnSpMkLst>
            <pc:docMk/>
            <pc:sldMk cId="3834972223" sldId="258"/>
            <ac:cxnSpMk id="50" creationId="{153D6D9E-F39D-7579-D71C-9DABD11CE2B1}"/>
          </ac:cxnSpMkLst>
        </pc:cxnChg>
        <pc:cxnChg chg="add mod ord">
          <ac:chgData name="Li, Hanchen F" userId="3aee791e-6a2d-4da7-a77b-fbdf7bf15886" providerId="ADAL" clId="{1EA8FAE0-933A-49DD-A724-68A18B8AE880}" dt="2026-01-16T20:14:33.896" v="509" actId="14100"/>
          <ac:cxnSpMkLst>
            <pc:docMk/>
            <pc:sldMk cId="3834972223" sldId="258"/>
            <ac:cxnSpMk id="54" creationId="{632803E5-D635-0852-DFD8-0D3CD477435D}"/>
          </ac:cxnSpMkLst>
        </pc:cxnChg>
        <pc:cxnChg chg="add mod ord">
          <ac:chgData name="Li, Hanchen F" userId="3aee791e-6a2d-4da7-a77b-fbdf7bf15886" providerId="ADAL" clId="{1EA8FAE0-933A-49DD-A724-68A18B8AE880}" dt="2026-01-16T20:14:45.842" v="511" actId="1076"/>
          <ac:cxnSpMkLst>
            <pc:docMk/>
            <pc:sldMk cId="3834972223" sldId="258"/>
            <ac:cxnSpMk id="96" creationId="{58080A1F-9765-DCA2-CA3E-32533EBD40F1}"/>
          </ac:cxnSpMkLst>
        </pc:cxnChg>
        <pc:cxnChg chg="add mod ord">
          <ac:chgData name="Li, Hanchen F" userId="3aee791e-6a2d-4da7-a77b-fbdf7bf15886" providerId="ADAL" clId="{1EA8FAE0-933A-49DD-A724-68A18B8AE880}" dt="2026-02-05T05:52:25.130" v="1463" actId="208"/>
          <ac:cxnSpMkLst>
            <pc:docMk/>
            <pc:sldMk cId="3834972223" sldId="258"/>
            <ac:cxnSpMk id="99" creationId="{6DFE06E0-995C-4068-A809-66F653A6E67E}"/>
          </ac:cxnSpMkLst>
        </pc:cxnChg>
        <pc:cxnChg chg="add mod ord">
          <ac:chgData name="Li, Hanchen F" userId="3aee791e-6a2d-4da7-a77b-fbdf7bf15886" providerId="ADAL" clId="{1EA8FAE0-933A-49DD-A724-68A18B8AE880}" dt="2026-02-05T05:52:25.130" v="1463" actId="208"/>
          <ac:cxnSpMkLst>
            <pc:docMk/>
            <pc:sldMk cId="3834972223" sldId="258"/>
            <ac:cxnSpMk id="116" creationId="{9042C0EE-CADB-09A5-14D4-ECBC1C764CA6}"/>
          </ac:cxnSpMkLst>
        </pc:cxnChg>
        <pc:cxnChg chg="add mod">
          <ac:chgData name="Li, Hanchen F" userId="3aee791e-6a2d-4da7-a77b-fbdf7bf15886" providerId="ADAL" clId="{1EA8FAE0-933A-49DD-A724-68A18B8AE880}" dt="2026-02-05T05:52:25.130" v="1463" actId="208"/>
          <ac:cxnSpMkLst>
            <pc:docMk/>
            <pc:sldMk cId="3834972223" sldId="258"/>
            <ac:cxnSpMk id="120" creationId="{457877DB-DC3E-EE3F-C769-B0592D9ECA39}"/>
          </ac:cxnSpMkLst>
        </pc:cxnChg>
        <pc:cxnChg chg="add mod">
          <ac:chgData name="Li, Hanchen F" userId="3aee791e-6a2d-4da7-a77b-fbdf7bf15886" providerId="ADAL" clId="{1EA8FAE0-933A-49DD-A724-68A18B8AE880}" dt="2026-02-05T05:52:25.130" v="1463" actId="208"/>
          <ac:cxnSpMkLst>
            <pc:docMk/>
            <pc:sldMk cId="3834972223" sldId="258"/>
            <ac:cxnSpMk id="122" creationId="{92FBC2CE-D479-7095-DF70-42429BBA047F}"/>
          </ac:cxnSpMkLst>
        </pc:cxnChg>
        <pc:cxnChg chg="add mod">
          <ac:chgData name="Li, Hanchen F" userId="3aee791e-6a2d-4da7-a77b-fbdf7bf15886" providerId="ADAL" clId="{1EA8FAE0-933A-49DD-A724-68A18B8AE880}" dt="2026-02-05T05:52:25.130" v="1463" actId="208"/>
          <ac:cxnSpMkLst>
            <pc:docMk/>
            <pc:sldMk cId="3834972223" sldId="258"/>
            <ac:cxnSpMk id="124" creationId="{FBDD178E-1E33-3C34-0998-888BA31F4CAC}"/>
          </ac:cxnSpMkLst>
        </pc:cxnChg>
        <pc:cxnChg chg="add mod">
          <ac:chgData name="Li, Hanchen F" userId="3aee791e-6a2d-4da7-a77b-fbdf7bf15886" providerId="ADAL" clId="{1EA8FAE0-933A-49DD-A724-68A18B8AE880}" dt="2026-02-05T05:52:25.130" v="1463" actId="208"/>
          <ac:cxnSpMkLst>
            <pc:docMk/>
            <pc:sldMk cId="3834972223" sldId="258"/>
            <ac:cxnSpMk id="126" creationId="{D29CC4EF-1A19-A5F1-A7DC-689DDB175889}"/>
          </ac:cxnSpMkLst>
        </pc:cxnChg>
      </pc:sldChg>
      <pc:sldChg chg="addSp delSp modSp add mod">
        <pc:chgData name="Li, Hanchen F" userId="3aee791e-6a2d-4da7-a77b-fbdf7bf15886" providerId="ADAL" clId="{1EA8FAE0-933A-49DD-A724-68A18B8AE880}" dt="2026-02-05T06:07:33.353" v="1731" actId="1076"/>
        <pc:sldMkLst>
          <pc:docMk/>
          <pc:sldMk cId="3629937204" sldId="259"/>
        </pc:sldMkLst>
        <pc:spChg chg="mod">
          <ac:chgData name="Li, Hanchen F" userId="3aee791e-6a2d-4da7-a77b-fbdf7bf15886" providerId="ADAL" clId="{1EA8FAE0-933A-49DD-A724-68A18B8AE880}" dt="2026-02-05T05:52:59.765" v="1479" actId="208"/>
          <ac:spMkLst>
            <pc:docMk/>
            <pc:sldMk cId="3629937204" sldId="259"/>
            <ac:spMk id="2" creationId="{3CAAAD34-FE6A-B9E4-A70D-F37D84D74315}"/>
          </ac:spMkLst>
        </pc:spChg>
        <pc:spChg chg="mod topLvl">
          <ac:chgData name="Li, Hanchen F" userId="3aee791e-6a2d-4da7-a77b-fbdf7bf15886" providerId="ADAL" clId="{1EA8FAE0-933A-49DD-A724-68A18B8AE880}" dt="2026-02-05T05:52:59.765" v="1479" actId="208"/>
          <ac:spMkLst>
            <pc:docMk/>
            <pc:sldMk cId="3629937204" sldId="259"/>
            <ac:spMk id="3" creationId="{C548E602-2A6A-1583-7E9D-68E8927BFAAB}"/>
          </ac:spMkLst>
        </pc:spChg>
        <pc:spChg chg="mod topLvl">
          <ac:chgData name="Li, Hanchen F" userId="3aee791e-6a2d-4da7-a77b-fbdf7bf15886" providerId="ADAL" clId="{1EA8FAE0-933A-49DD-A724-68A18B8AE880}" dt="2026-02-05T05:52:59.765" v="1479" actId="208"/>
          <ac:spMkLst>
            <pc:docMk/>
            <pc:sldMk cId="3629937204" sldId="259"/>
            <ac:spMk id="4" creationId="{FB01EF7E-AF13-A8A1-E930-32F21072984C}"/>
          </ac:spMkLst>
        </pc:spChg>
        <pc:spChg chg="mod">
          <ac:chgData name="Li, Hanchen F" userId="3aee791e-6a2d-4da7-a77b-fbdf7bf15886" providerId="ADAL" clId="{1EA8FAE0-933A-49DD-A724-68A18B8AE880}" dt="2026-01-16T20:38:56.271" v="613" actId="164"/>
          <ac:spMkLst>
            <pc:docMk/>
            <pc:sldMk cId="3629937204" sldId="259"/>
            <ac:spMk id="7" creationId="{87E3B4E7-49ED-F580-3335-31EE451F6996}"/>
          </ac:spMkLst>
        </pc:spChg>
        <pc:spChg chg="mod topLvl">
          <ac:chgData name="Li, Hanchen F" userId="3aee791e-6a2d-4da7-a77b-fbdf7bf15886" providerId="ADAL" clId="{1EA8FAE0-933A-49DD-A724-68A18B8AE880}" dt="2026-02-05T05:52:59.765" v="1479" actId="208"/>
          <ac:spMkLst>
            <pc:docMk/>
            <pc:sldMk cId="3629937204" sldId="259"/>
            <ac:spMk id="8" creationId="{ADD9FACA-F8AE-3042-D0EA-572F51C160F5}"/>
          </ac:spMkLst>
        </pc:spChg>
        <pc:spChg chg="del mod topLvl">
          <ac:chgData name="Li, Hanchen F" userId="3aee791e-6a2d-4da7-a77b-fbdf7bf15886" providerId="ADAL" clId="{1EA8FAE0-933A-49DD-A724-68A18B8AE880}" dt="2026-02-05T05:53:26.691" v="1485" actId="478"/>
          <ac:spMkLst>
            <pc:docMk/>
            <pc:sldMk cId="3629937204" sldId="259"/>
            <ac:spMk id="10" creationId="{00A5797D-22F4-36FD-7EA4-9E454E5BFB82}"/>
          </ac:spMkLst>
        </pc:spChg>
        <pc:spChg chg="mod">
          <ac:chgData name="Li, Hanchen F" userId="3aee791e-6a2d-4da7-a77b-fbdf7bf15886" providerId="ADAL" clId="{1EA8FAE0-933A-49DD-A724-68A18B8AE880}" dt="2026-02-05T05:47:39.237" v="1384"/>
          <ac:spMkLst>
            <pc:docMk/>
            <pc:sldMk cId="3629937204" sldId="259"/>
            <ac:spMk id="11" creationId="{82DD2601-D50C-6F6F-2DCC-4A5EF109FDE0}"/>
          </ac:spMkLst>
        </pc:spChg>
        <pc:spChg chg="mod topLvl">
          <ac:chgData name="Li, Hanchen F" userId="3aee791e-6a2d-4da7-a77b-fbdf7bf15886" providerId="ADAL" clId="{1EA8FAE0-933A-49DD-A724-68A18B8AE880}" dt="2026-01-16T20:38:56.271" v="613" actId="164"/>
          <ac:spMkLst>
            <pc:docMk/>
            <pc:sldMk cId="3629937204" sldId="259"/>
            <ac:spMk id="13" creationId="{FDED7651-D8FD-EEE2-B115-AA1AA02C3DD0}"/>
          </ac:spMkLst>
        </pc:spChg>
        <pc:spChg chg="mod">
          <ac:chgData name="Li, Hanchen F" userId="3aee791e-6a2d-4da7-a77b-fbdf7bf15886" providerId="ADAL" clId="{1EA8FAE0-933A-49DD-A724-68A18B8AE880}" dt="2026-02-05T05:48:04.715" v="1388" actId="2711"/>
          <ac:spMkLst>
            <pc:docMk/>
            <pc:sldMk cId="3629937204" sldId="259"/>
            <ac:spMk id="15" creationId="{DB793CD5-53F0-EE6C-2511-3C35DA442EF0}"/>
          </ac:spMkLst>
        </pc:spChg>
        <pc:spChg chg="mod">
          <ac:chgData name="Li, Hanchen F" userId="3aee791e-6a2d-4da7-a77b-fbdf7bf15886" providerId="ADAL" clId="{1EA8FAE0-933A-49DD-A724-68A18B8AE880}" dt="2026-02-05T05:48:04.715" v="1388" actId="2711"/>
          <ac:spMkLst>
            <pc:docMk/>
            <pc:sldMk cId="3629937204" sldId="259"/>
            <ac:spMk id="16" creationId="{F5539EFD-AE04-2672-2FA1-5FCC93F3BDE8}"/>
          </ac:spMkLst>
        </pc:spChg>
        <pc:spChg chg="mod">
          <ac:chgData name="Li, Hanchen F" userId="3aee791e-6a2d-4da7-a77b-fbdf7bf15886" providerId="ADAL" clId="{1EA8FAE0-933A-49DD-A724-68A18B8AE880}" dt="2026-02-05T05:48:04.715" v="1388" actId="2711"/>
          <ac:spMkLst>
            <pc:docMk/>
            <pc:sldMk cId="3629937204" sldId="259"/>
            <ac:spMk id="17" creationId="{1E2807BA-A4DE-88A2-5070-386EEFA75F86}"/>
          </ac:spMkLst>
        </pc:spChg>
        <pc:spChg chg="mod">
          <ac:chgData name="Li, Hanchen F" userId="3aee791e-6a2d-4da7-a77b-fbdf7bf15886" providerId="ADAL" clId="{1EA8FAE0-933A-49DD-A724-68A18B8AE880}" dt="2026-02-05T05:52:59.765" v="1479" actId="208"/>
          <ac:spMkLst>
            <pc:docMk/>
            <pc:sldMk cId="3629937204" sldId="259"/>
            <ac:spMk id="18" creationId="{48BABCF4-CF0F-B5B2-DC0A-3254C7737B40}"/>
          </ac:spMkLst>
        </pc:spChg>
        <pc:spChg chg="add mod ord">
          <ac:chgData name="Li, Hanchen F" userId="3aee791e-6a2d-4da7-a77b-fbdf7bf15886" providerId="ADAL" clId="{1EA8FAE0-933A-49DD-A724-68A18B8AE880}" dt="2026-02-05T06:05:02.713" v="1698" actId="1076"/>
          <ac:spMkLst>
            <pc:docMk/>
            <pc:sldMk cId="3629937204" sldId="259"/>
            <ac:spMk id="19" creationId="{05DD7E1A-3AFE-89F1-8750-632571690AB1}"/>
          </ac:spMkLst>
        </pc:spChg>
        <pc:spChg chg="mod topLvl">
          <ac:chgData name="Li, Hanchen F" userId="3aee791e-6a2d-4da7-a77b-fbdf7bf15886" providerId="ADAL" clId="{1EA8FAE0-933A-49DD-A724-68A18B8AE880}" dt="2026-02-05T05:52:59.765" v="1479" actId="208"/>
          <ac:spMkLst>
            <pc:docMk/>
            <pc:sldMk cId="3629937204" sldId="259"/>
            <ac:spMk id="20" creationId="{74E17905-0679-7A2C-AAA5-E015F3CB0F98}"/>
          </ac:spMkLst>
        </pc:spChg>
        <pc:spChg chg="add mod ord">
          <ac:chgData name="Li, Hanchen F" userId="3aee791e-6a2d-4da7-a77b-fbdf7bf15886" providerId="ADAL" clId="{1EA8FAE0-933A-49DD-A724-68A18B8AE880}" dt="2026-02-05T06:05:17.703" v="1702" actId="14100"/>
          <ac:spMkLst>
            <pc:docMk/>
            <pc:sldMk cId="3629937204" sldId="259"/>
            <ac:spMk id="21" creationId="{11E7C393-8688-8B96-A604-85CFD019ABC8}"/>
          </ac:spMkLst>
        </pc:spChg>
        <pc:spChg chg="add mod">
          <ac:chgData name="Li, Hanchen F" userId="3aee791e-6a2d-4da7-a77b-fbdf7bf15886" providerId="ADAL" clId="{1EA8FAE0-933A-49DD-A724-68A18B8AE880}" dt="2026-01-16T23:05:18.688" v="1309" actId="14100"/>
          <ac:spMkLst>
            <pc:docMk/>
            <pc:sldMk cId="3629937204" sldId="259"/>
            <ac:spMk id="22" creationId="{DC080539-6769-654F-0AB2-41C044030B21}"/>
          </ac:spMkLst>
        </pc:spChg>
        <pc:spChg chg="mod">
          <ac:chgData name="Li, Hanchen F" userId="3aee791e-6a2d-4da7-a77b-fbdf7bf15886" providerId="ADAL" clId="{1EA8FAE0-933A-49DD-A724-68A18B8AE880}" dt="2026-02-05T05:52:59.765" v="1479" actId="208"/>
          <ac:spMkLst>
            <pc:docMk/>
            <pc:sldMk cId="3629937204" sldId="259"/>
            <ac:spMk id="23" creationId="{3AC4DF19-27EB-E32F-C04C-F1E56E98D9A4}"/>
          </ac:spMkLst>
        </pc:spChg>
        <pc:spChg chg="mod">
          <ac:chgData name="Li, Hanchen F" userId="3aee791e-6a2d-4da7-a77b-fbdf7bf15886" providerId="ADAL" clId="{1EA8FAE0-933A-49DD-A724-68A18B8AE880}" dt="2026-02-05T05:52:59.765" v="1479" actId="208"/>
          <ac:spMkLst>
            <pc:docMk/>
            <pc:sldMk cId="3629937204" sldId="259"/>
            <ac:spMk id="28" creationId="{D44DBE1A-2A81-E141-6728-FE55B0D15134}"/>
          </ac:spMkLst>
        </pc:spChg>
        <pc:spChg chg="mod topLvl">
          <ac:chgData name="Li, Hanchen F" userId="3aee791e-6a2d-4da7-a77b-fbdf7bf15886" providerId="ADAL" clId="{1EA8FAE0-933A-49DD-A724-68A18B8AE880}" dt="2026-01-16T20:38:56.271" v="613" actId="164"/>
          <ac:spMkLst>
            <pc:docMk/>
            <pc:sldMk cId="3629937204" sldId="259"/>
            <ac:spMk id="29" creationId="{EEC0F835-E324-7C6C-4465-86A0A717FBEE}"/>
          </ac:spMkLst>
        </pc:spChg>
        <pc:spChg chg="mod">
          <ac:chgData name="Li, Hanchen F" userId="3aee791e-6a2d-4da7-a77b-fbdf7bf15886" providerId="ADAL" clId="{1EA8FAE0-933A-49DD-A724-68A18B8AE880}" dt="2026-02-05T05:52:59.765" v="1479" actId="208"/>
          <ac:spMkLst>
            <pc:docMk/>
            <pc:sldMk cId="3629937204" sldId="259"/>
            <ac:spMk id="30" creationId="{64E9A49E-9BD9-A46C-D061-40972B456322}"/>
          </ac:spMkLst>
        </pc:spChg>
        <pc:spChg chg="mod">
          <ac:chgData name="Li, Hanchen F" userId="3aee791e-6a2d-4da7-a77b-fbdf7bf15886" providerId="ADAL" clId="{1EA8FAE0-933A-49DD-A724-68A18B8AE880}" dt="2026-02-05T05:52:59.765" v="1479" actId="208"/>
          <ac:spMkLst>
            <pc:docMk/>
            <pc:sldMk cId="3629937204" sldId="259"/>
            <ac:spMk id="31" creationId="{6D9EC491-1221-ABD6-6396-FBA0A463248E}"/>
          </ac:spMkLst>
        </pc:spChg>
        <pc:spChg chg="mod topLvl">
          <ac:chgData name="Li, Hanchen F" userId="3aee791e-6a2d-4da7-a77b-fbdf7bf15886" providerId="ADAL" clId="{1EA8FAE0-933A-49DD-A724-68A18B8AE880}" dt="2026-01-16T20:38:56.271" v="613" actId="164"/>
          <ac:spMkLst>
            <pc:docMk/>
            <pc:sldMk cId="3629937204" sldId="259"/>
            <ac:spMk id="32" creationId="{23D685B3-8C6D-E214-DC0C-B2D8B8ED70BA}"/>
          </ac:spMkLst>
        </pc:spChg>
        <pc:spChg chg="mod topLvl">
          <ac:chgData name="Li, Hanchen F" userId="3aee791e-6a2d-4da7-a77b-fbdf7bf15886" providerId="ADAL" clId="{1EA8FAE0-933A-49DD-A724-68A18B8AE880}" dt="2026-01-16T20:38:56.271" v="613" actId="164"/>
          <ac:spMkLst>
            <pc:docMk/>
            <pc:sldMk cId="3629937204" sldId="259"/>
            <ac:spMk id="33" creationId="{5A6511E9-5434-09B0-2D38-E5ECF5BDE7A7}"/>
          </ac:spMkLst>
        </pc:spChg>
        <pc:spChg chg="add mod">
          <ac:chgData name="Li, Hanchen F" userId="3aee791e-6a2d-4da7-a77b-fbdf7bf15886" providerId="ADAL" clId="{1EA8FAE0-933A-49DD-A724-68A18B8AE880}" dt="2026-02-05T05:55:07.887" v="1498" actId="571"/>
          <ac:spMkLst>
            <pc:docMk/>
            <pc:sldMk cId="3629937204" sldId="259"/>
            <ac:spMk id="35" creationId="{0C16CF7A-2428-5783-2A3D-F22343FE51B7}"/>
          </ac:spMkLst>
        </pc:spChg>
        <pc:spChg chg="add mod">
          <ac:chgData name="Li, Hanchen F" userId="3aee791e-6a2d-4da7-a77b-fbdf7bf15886" providerId="ADAL" clId="{1EA8FAE0-933A-49DD-A724-68A18B8AE880}" dt="2026-02-05T06:06:26.958" v="1718" actId="1076"/>
          <ac:spMkLst>
            <pc:docMk/>
            <pc:sldMk cId="3629937204" sldId="259"/>
            <ac:spMk id="36" creationId="{F554BC62-AF51-1D26-C8FA-4C23383748FC}"/>
          </ac:spMkLst>
        </pc:spChg>
        <pc:spChg chg="add mod">
          <ac:chgData name="Li, Hanchen F" userId="3aee791e-6a2d-4da7-a77b-fbdf7bf15886" providerId="ADAL" clId="{1EA8FAE0-933A-49DD-A724-68A18B8AE880}" dt="2026-02-05T05:58:04.350" v="1539"/>
          <ac:spMkLst>
            <pc:docMk/>
            <pc:sldMk cId="3629937204" sldId="259"/>
            <ac:spMk id="37" creationId="{06C0149A-3396-97D4-59AC-17814C2E74E4}"/>
          </ac:spMkLst>
        </pc:spChg>
        <pc:spChg chg="add del mod">
          <ac:chgData name="Li, Hanchen F" userId="3aee791e-6a2d-4da7-a77b-fbdf7bf15886" providerId="ADAL" clId="{1EA8FAE0-933A-49DD-A724-68A18B8AE880}" dt="2026-02-05T05:58:29.546" v="1543" actId="478"/>
          <ac:spMkLst>
            <pc:docMk/>
            <pc:sldMk cId="3629937204" sldId="259"/>
            <ac:spMk id="38" creationId="{6CF310B1-D00C-1E90-5163-D759CBE9C540}"/>
          </ac:spMkLst>
        </pc:spChg>
        <pc:spChg chg="add mod">
          <ac:chgData name="Li, Hanchen F" userId="3aee791e-6a2d-4da7-a77b-fbdf7bf15886" providerId="ADAL" clId="{1EA8FAE0-933A-49DD-A724-68A18B8AE880}" dt="2026-02-05T06:00:39.391" v="1638" actId="1076"/>
          <ac:spMkLst>
            <pc:docMk/>
            <pc:sldMk cId="3629937204" sldId="259"/>
            <ac:spMk id="39" creationId="{AB21A739-B8E0-4FE6-B418-ED5C8C6C6ED1}"/>
          </ac:spMkLst>
        </pc:spChg>
        <pc:spChg chg="add mod">
          <ac:chgData name="Li, Hanchen F" userId="3aee791e-6a2d-4da7-a77b-fbdf7bf15886" providerId="ADAL" clId="{1EA8FAE0-933A-49DD-A724-68A18B8AE880}" dt="2026-02-05T06:02:19.284" v="1643" actId="1076"/>
          <ac:spMkLst>
            <pc:docMk/>
            <pc:sldMk cId="3629937204" sldId="259"/>
            <ac:spMk id="40" creationId="{EDCA2432-45E9-3F95-FAF1-0CAB165391D5}"/>
          </ac:spMkLst>
        </pc:spChg>
        <pc:spChg chg="add mod">
          <ac:chgData name="Li, Hanchen F" userId="3aee791e-6a2d-4da7-a77b-fbdf7bf15886" providerId="ADAL" clId="{1EA8FAE0-933A-49DD-A724-68A18B8AE880}" dt="2026-02-05T06:03:54.864" v="1646" actId="1076"/>
          <ac:spMkLst>
            <pc:docMk/>
            <pc:sldMk cId="3629937204" sldId="259"/>
            <ac:spMk id="41" creationId="{99795DF5-3DA3-19A5-3A4C-CD56D81C3753}"/>
          </ac:spMkLst>
        </pc:spChg>
        <pc:spChg chg="add mod">
          <ac:chgData name="Li, Hanchen F" userId="3aee791e-6a2d-4da7-a77b-fbdf7bf15886" providerId="ADAL" clId="{1EA8FAE0-933A-49DD-A724-68A18B8AE880}" dt="2026-02-05T06:04:02.206" v="1648" actId="1076"/>
          <ac:spMkLst>
            <pc:docMk/>
            <pc:sldMk cId="3629937204" sldId="259"/>
            <ac:spMk id="46" creationId="{4BA0DA3A-6D2B-FB26-C226-1351C5C8D192}"/>
          </ac:spMkLst>
        </pc:spChg>
        <pc:spChg chg="add mod">
          <ac:chgData name="Li, Hanchen F" userId="3aee791e-6a2d-4da7-a77b-fbdf7bf15886" providerId="ADAL" clId="{1EA8FAE0-933A-49DD-A724-68A18B8AE880}" dt="2026-02-05T06:05:10.542" v="1700" actId="1076"/>
          <ac:spMkLst>
            <pc:docMk/>
            <pc:sldMk cId="3629937204" sldId="259"/>
            <ac:spMk id="47" creationId="{F134A86F-C04C-6307-9C75-E04235FF642A}"/>
          </ac:spMkLst>
        </pc:spChg>
        <pc:spChg chg="add mod">
          <ac:chgData name="Li, Hanchen F" userId="3aee791e-6a2d-4da7-a77b-fbdf7bf15886" providerId="ADAL" clId="{1EA8FAE0-933A-49DD-A724-68A18B8AE880}" dt="2026-02-05T06:04:40.155" v="1683" actId="20577"/>
          <ac:spMkLst>
            <pc:docMk/>
            <pc:sldMk cId="3629937204" sldId="259"/>
            <ac:spMk id="48" creationId="{9AAAE5A3-6E22-3368-ADF6-66E425CF6998}"/>
          </ac:spMkLst>
        </pc:spChg>
        <pc:spChg chg="add mod">
          <ac:chgData name="Li, Hanchen F" userId="3aee791e-6a2d-4da7-a77b-fbdf7bf15886" providerId="ADAL" clId="{1EA8FAE0-933A-49DD-A724-68A18B8AE880}" dt="2026-02-05T06:05:05.386" v="1699" actId="1076"/>
          <ac:spMkLst>
            <pc:docMk/>
            <pc:sldMk cId="3629937204" sldId="259"/>
            <ac:spMk id="49" creationId="{24BAAFDD-F195-1346-6C3E-C1C0A3A4CE0B}"/>
          </ac:spMkLst>
        </pc:spChg>
        <pc:spChg chg="add mod">
          <ac:chgData name="Li, Hanchen F" userId="3aee791e-6a2d-4da7-a77b-fbdf7bf15886" providerId="ADAL" clId="{1EA8FAE0-933A-49DD-A724-68A18B8AE880}" dt="2026-02-05T06:05:00.624" v="1697" actId="571"/>
          <ac:spMkLst>
            <pc:docMk/>
            <pc:sldMk cId="3629937204" sldId="259"/>
            <ac:spMk id="52" creationId="{4CCFAF61-F769-B6FB-09C5-6E79C88CA8DC}"/>
          </ac:spMkLst>
        </pc:spChg>
        <pc:spChg chg="add mod">
          <ac:chgData name="Li, Hanchen F" userId="3aee791e-6a2d-4da7-a77b-fbdf7bf15886" providerId="ADAL" clId="{1EA8FAE0-933A-49DD-A724-68A18B8AE880}" dt="2026-02-05T06:05:00.624" v="1697" actId="571"/>
          <ac:spMkLst>
            <pc:docMk/>
            <pc:sldMk cId="3629937204" sldId="259"/>
            <ac:spMk id="53" creationId="{B1F0E05C-821B-3D48-3FA5-DA0B809A7CB5}"/>
          </ac:spMkLst>
        </pc:spChg>
        <pc:spChg chg="add mod">
          <ac:chgData name="Li, Hanchen F" userId="3aee791e-6a2d-4da7-a77b-fbdf7bf15886" providerId="ADAL" clId="{1EA8FAE0-933A-49DD-A724-68A18B8AE880}" dt="2026-02-05T06:05:00.624" v="1697" actId="571"/>
          <ac:spMkLst>
            <pc:docMk/>
            <pc:sldMk cId="3629937204" sldId="259"/>
            <ac:spMk id="54" creationId="{3A12B8CD-EA52-1C8A-A97F-19BF97169B4B}"/>
          </ac:spMkLst>
        </pc:spChg>
        <pc:spChg chg="add mod">
          <ac:chgData name="Li, Hanchen F" userId="3aee791e-6a2d-4da7-a77b-fbdf7bf15886" providerId="ADAL" clId="{1EA8FAE0-933A-49DD-A724-68A18B8AE880}" dt="2026-02-05T06:05:47.482" v="1714" actId="1076"/>
          <ac:spMkLst>
            <pc:docMk/>
            <pc:sldMk cId="3629937204" sldId="259"/>
            <ac:spMk id="55" creationId="{8B653361-2294-2471-71F4-C2E8013CD7A9}"/>
          </ac:spMkLst>
        </pc:spChg>
        <pc:spChg chg="add del mod">
          <ac:chgData name="Li, Hanchen F" userId="3aee791e-6a2d-4da7-a77b-fbdf7bf15886" providerId="ADAL" clId="{1EA8FAE0-933A-49DD-A724-68A18B8AE880}" dt="2026-02-05T06:05:36.961" v="1712" actId="478"/>
          <ac:spMkLst>
            <pc:docMk/>
            <pc:sldMk cId="3629937204" sldId="259"/>
            <ac:spMk id="56" creationId="{D217F05A-8975-78A6-8A94-70EBD03ABA5E}"/>
          </ac:spMkLst>
        </pc:spChg>
        <pc:spChg chg="add mod">
          <ac:chgData name="Li, Hanchen F" userId="3aee791e-6a2d-4da7-a77b-fbdf7bf15886" providerId="ADAL" clId="{1EA8FAE0-933A-49DD-A724-68A18B8AE880}" dt="2026-02-05T06:06:03.842" v="1717" actId="207"/>
          <ac:spMkLst>
            <pc:docMk/>
            <pc:sldMk cId="3629937204" sldId="259"/>
            <ac:spMk id="57" creationId="{A1FCA709-E0C9-FADA-AB77-33EEF2F12D69}"/>
          </ac:spMkLst>
        </pc:spChg>
        <pc:spChg chg="add mod">
          <ac:chgData name="Li, Hanchen F" userId="3aee791e-6a2d-4da7-a77b-fbdf7bf15886" providerId="ADAL" clId="{1EA8FAE0-933A-49DD-A724-68A18B8AE880}" dt="2026-02-05T06:07:05.468" v="1724" actId="20577"/>
          <ac:spMkLst>
            <pc:docMk/>
            <pc:sldMk cId="3629937204" sldId="259"/>
            <ac:spMk id="59" creationId="{99691316-2869-D306-99E3-877DBA2E91E0}"/>
          </ac:spMkLst>
        </pc:spChg>
        <pc:spChg chg="add mod">
          <ac:chgData name="Li, Hanchen F" userId="3aee791e-6a2d-4da7-a77b-fbdf7bf15886" providerId="ADAL" clId="{1EA8FAE0-933A-49DD-A724-68A18B8AE880}" dt="2026-02-05T06:07:33.353" v="1731" actId="1076"/>
          <ac:spMkLst>
            <pc:docMk/>
            <pc:sldMk cId="3629937204" sldId="259"/>
            <ac:spMk id="61" creationId="{B3CAF2B1-3BD0-4456-8CF1-34A10E9D3671}"/>
          </ac:spMkLst>
        </pc:spChg>
        <pc:grpChg chg="add mod">
          <ac:chgData name="Li, Hanchen F" userId="3aee791e-6a2d-4da7-a77b-fbdf7bf15886" providerId="ADAL" clId="{1EA8FAE0-933A-49DD-A724-68A18B8AE880}" dt="2026-02-05T05:47:43.806" v="1385" actId="1076"/>
          <ac:grpSpMkLst>
            <pc:docMk/>
            <pc:sldMk cId="3629937204" sldId="259"/>
            <ac:grpSpMk id="5" creationId="{C5D41095-A693-E3AE-A84C-B804E5A12ABE}"/>
          </ac:grpSpMkLst>
        </pc:grpChg>
        <pc:grpChg chg="mod ord">
          <ac:chgData name="Li, Hanchen F" userId="3aee791e-6a2d-4da7-a77b-fbdf7bf15886" providerId="ADAL" clId="{1EA8FAE0-933A-49DD-A724-68A18B8AE880}" dt="2026-02-05T05:54:56.102" v="1495" actId="167"/>
          <ac:grpSpMkLst>
            <pc:docMk/>
            <pc:sldMk cId="3629937204" sldId="259"/>
            <ac:grpSpMk id="9" creationId="{6AE8C16B-C4DD-D435-FDBD-C0BA7ABFF70C}"/>
          </ac:grpSpMkLst>
        </pc:grpChg>
        <pc:grpChg chg="del mod">
          <ac:chgData name="Li, Hanchen F" userId="3aee791e-6a2d-4da7-a77b-fbdf7bf15886" providerId="ADAL" clId="{1EA8FAE0-933A-49DD-A724-68A18B8AE880}" dt="2026-02-05T05:47:38.966" v="1383" actId="478"/>
          <ac:grpSpMkLst>
            <pc:docMk/>
            <pc:sldMk cId="3629937204" sldId="259"/>
            <ac:grpSpMk id="51" creationId="{3B104C43-B044-5DFA-03B5-A6CA7ADC80B5}"/>
          </ac:grpSpMkLst>
        </pc:grpChg>
        <pc:graphicFrameChg chg="add del mod ord">
          <ac:chgData name="Li, Hanchen F" userId="3aee791e-6a2d-4da7-a77b-fbdf7bf15886" providerId="ADAL" clId="{1EA8FAE0-933A-49DD-A724-68A18B8AE880}" dt="2026-02-05T05:57:35.474" v="1535" actId="692"/>
          <ac:graphicFrameMkLst>
            <pc:docMk/>
            <pc:sldMk cId="3629937204" sldId="259"/>
            <ac:graphicFrameMk id="12" creationId="{6A77711E-A40C-59C7-E1AE-CC6963F911B8}"/>
          </ac:graphicFrameMkLst>
        </pc:graphicFrameChg>
        <pc:cxnChg chg="mod">
          <ac:chgData name="Li, Hanchen F" userId="3aee791e-6a2d-4da7-a77b-fbdf7bf15886" providerId="ADAL" clId="{1EA8FAE0-933A-49DD-A724-68A18B8AE880}" dt="2026-02-05T05:47:39.237" v="1384"/>
          <ac:cxnSpMkLst>
            <pc:docMk/>
            <pc:sldMk cId="3629937204" sldId="259"/>
            <ac:cxnSpMk id="14" creationId="{FE813F94-6C03-32EA-B737-B589BC228B9C}"/>
          </ac:cxnSpMkLst>
        </pc:cxnChg>
        <pc:cxnChg chg="mod">
          <ac:chgData name="Li, Hanchen F" userId="3aee791e-6a2d-4da7-a77b-fbdf7bf15886" providerId="ADAL" clId="{1EA8FAE0-933A-49DD-A724-68A18B8AE880}" dt="2026-02-05T05:47:39.237" v="1384"/>
          <ac:cxnSpMkLst>
            <pc:docMk/>
            <pc:sldMk cId="3629937204" sldId="259"/>
            <ac:cxnSpMk id="27" creationId="{9E15C07B-2F30-6879-24C1-573E6362B48E}"/>
          </ac:cxnSpMkLst>
        </pc:cxnChg>
        <pc:cxnChg chg="add mod">
          <ac:chgData name="Li, Hanchen F" userId="3aee791e-6a2d-4da7-a77b-fbdf7bf15886" providerId="ADAL" clId="{1EA8FAE0-933A-49DD-A724-68A18B8AE880}" dt="2026-02-05T06:06:59.904" v="1722" actId="1076"/>
          <ac:cxnSpMkLst>
            <pc:docMk/>
            <pc:sldMk cId="3629937204" sldId="259"/>
            <ac:cxnSpMk id="58" creationId="{A22E3420-C4BE-7C0F-2A86-1B1B9297665D}"/>
          </ac:cxnSpMkLst>
        </pc:cxnChg>
        <pc:cxnChg chg="add mod">
          <ac:chgData name="Li, Hanchen F" userId="3aee791e-6a2d-4da7-a77b-fbdf7bf15886" providerId="ADAL" clId="{1EA8FAE0-933A-49DD-A724-68A18B8AE880}" dt="2026-02-05T06:07:33.353" v="1731" actId="1076"/>
          <ac:cxnSpMkLst>
            <pc:docMk/>
            <pc:sldMk cId="3629937204" sldId="259"/>
            <ac:cxnSpMk id="60" creationId="{4BC4C509-5C9B-FBA1-F846-0CB57C1DA4CA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imperiallondon-my.sharepoint.com/personal/hl3422_ic_ac_uk/Documents/Year%204/Final%20Year%20Project/02%20-%20Experiment/01%20-%20Thermal/Thermal%20Measurements%20-%20&#21103;&#26412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4698733299006786"/>
          <c:y val="3.1839382189102636E-2"/>
          <c:w val="0.72597383992412745"/>
          <c:h val="0.83226655174954467"/>
        </c:manualLayout>
      </c:layout>
      <c:scatterChart>
        <c:scatterStyle val="lineMarker"/>
        <c:varyColors val="0"/>
        <c:ser>
          <c:idx val="0"/>
          <c:order val="0"/>
          <c:tx>
            <c:v>y = 4.8</c:v>
          </c:tx>
          <c:spPr>
            <a:ln w="19050" cap="rnd">
              <a:noFill/>
              <a:round/>
            </a:ln>
            <a:effectLst/>
          </c:spPr>
          <c:marker>
            <c:symbol val="x"/>
            <c:size val="10"/>
            <c:spPr>
              <a:noFill/>
              <a:ln w="19050">
                <a:solidFill>
                  <a:srgbClr val="692F7C"/>
                </a:solidFill>
              </a:ln>
              <a:effectLst/>
            </c:spPr>
          </c:marker>
          <c:xVal>
            <c:numRef>
              <c:f>z!$A$1:$O$1</c:f>
              <c:numCache>
                <c:formatCode>General</c:formatCode>
                <c:ptCount val="15"/>
                <c:pt idx="0">
                  <c:v>0</c:v>
                </c:pt>
                <c:pt idx="1">
                  <c:v>1.2</c:v>
                </c:pt>
                <c:pt idx="2">
                  <c:v>2.2000000000000002</c:v>
                </c:pt>
                <c:pt idx="3">
                  <c:v>2.6</c:v>
                </c:pt>
                <c:pt idx="4">
                  <c:v>3</c:v>
                </c:pt>
                <c:pt idx="5">
                  <c:v>3.4</c:v>
                </c:pt>
                <c:pt idx="6">
                  <c:v>3.8</c:v>
                </c:pt>
                <c:pt idx="7">
                  <c:v>4.2</c:v>
                </c:pt>
                <c:pt idx="8">
                  <c:v>4.6000000000000005</c:v>
                </c:pt>
                <c:pt idx="9">
                  <c:v>5.0000000000000009</c:v>
                </c:pt>
                <c:pt idx="10">
                  <c:v>5.4000000000000012</c:v>
                </c:pt>
                <c:pt idx="11">
                  <c:v>5.8000000000000016</c:v>
                </c:pt>
                <c:pt idx="12">
                  <c:v>6.200000000000002</c:v>
                </c:pt>
                <c:pt idx="13">
                  <c:v>7.2</c:v>
                </c:pt>
                <c:pt idx="14">
                  <c:v>8.4</c:v>
                </c:pt>
              </c:numCache>
            </c:numRef>
          </c:xVal>
          <c:yVal>
            <c:numRef>
              <c:f>z!$A$14:$O$14</c:f>
              <c:numCache>
                <c:formatCode>General</c:formatCode>
                <c:ptCount val="15"/>
                <c:pt idx="0">
                  <c:v>4.8</c:v>
                </c:pt>
                <c:pt idx="1">
                  <c:v>4.8</c:v>
                </c:pt>
                <c:pt idx="2">
                  <c:v>4.8</c:v>
                </c:pt>
                <c:pt idx="3">
                  <c:v>4.8</c:v>
                </c:pt>
                <c:pt idx="4">
                  <c:v>4.8</c:v>
                </c:pt>
                <c:pt idx="5">
                  <c:v>4.8</c:v>
                </c:pt>
                <c:pt idx="6">
                  <c:v>4.8</c:v>
                </c:pt>
                <c:pt idx="7">
                  <c:v>4.8</c:v>
                </c:pt>
                <c:pt idx="8">
                  <c:v>4.8</c:v>
                </c:pt>
                <c:pt idx="9">
                  <c:v>4.8</c:v>
                </c:pt>
                <c:pt idx="10">
                  <c:v>4.8</c:v>
                </c:pt>
                <c:pt idx="11">
                  <c:v>4.8</c:v>
                </c:pt>
                <c:pt idx="12">
                  <c:v>4.8</c:v>
                </c:pt>
                <c:pt idx="13">
                  <c:v>4.8</c:v>
                </c:pt>
                <c:pt idx="14">
                  <c:v>4.8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DA0-45B9-B360-91FA41A91204}"/>
            </c:ext>
          </c:extLst>
        </c:ser>
        <c:ser>
          <c:idx val="1"/>
          <c:order val="1"/>
          <c:tx>
            <c:v>y = 4.4</c:v>
          </c:tx>
          <c:spPr>
            <a:ln w="25400" cap="rnd">
              <a:noFill/>
              <a:round/>
            </a:ln>
            <a:effectLst/>
          </c:spPr>
          <c:marker>
            <c:symbol val="x"/>
            <c:size val="10"/>
            <c:spPr>
              <a:noFill/>
              <a:ln w="19050">
                <a:solidFill>
                  <a:srgbClr val="692F7C"/>
                </a:solidFill>
              </a:ln>
              <a:effectLst/>
            </c:spPr>
          </c:marker>
          <c:xVal>
            <c:numRef>
              <c:f>z!$A$1:$O$1</c:f>
              <c:numCache>
                <c:formatCode>General</c:formatCode>
                <c:ptCount val="15"/>
                <c:pt idx="0">
                  <c:v>0</c:v>
                </c:pt>
                <c:pt idx="1">
                  <c:v>1.2</c:v>
                </c:pt>
                <c:pt idx="2">
                  <c:v>2.2000000000000002</c:v>
                </c:pt>
                <c:pt idx="3">
                  <c:v>2.6</c:v>
                </c:pt>
                <c:pt idx="4">
                  <c:v>3</c:v>
                </c:pt>
                <c:pt idx="5">
                  <c:v>3.4</c:v>
                </c:pt>
                <c:pt idx="6">
                  <c:v>3.8</c:v>
                </c:pt>
                <c:pt idx="7">
                  <c:v>4.2</c:v>
                </c:pt>
                <c:pt idx="8">
                  <c:v>4.6000000000000005</c:v>
                </c:pt>
                <c:pt idx="9">
                  <c:v>5.0000000000000009</c:v>
                </c:pt>
                <c:pt idx="10">
                  <c:v>5.4000000000000012</c:v>
                </c:pt>
                <c:pt idx="11">
                  <c:v>5.8000000000000016</c:v>
                </c:pt>
                <c:pt idx="12">
                  <c:v>6.200000000000002</c:v>
                </c:pt>
                <c:pt idx="13">
                  <c:v>7.2</c:v>
                </c:pt>
                <c:pt idx="14">
                  <c:v>8.4</c:v>
                </c:pt>
              </c:numCache>
            </c:numRef>
          </c:xVal>
          <c:yVal>
            <c:numRef>
              <c:f>z!$A$13:$O$13</c:f>
              <c:numCache>
                <c:formatCode>General</c:formatCode>
                <c:ptCount val="15"/>
                <c:pt idx="0">
                  <c:v>4.3999999999999995</c:v>
                </c:pt>
                <c:pt idx="1">
                  <c:v>4.3999999999999995</c:v>
                </c:pt>
                <c:pt idx="2">
                  <c:v>4.3999999999999995</c:v>
                </c:pt>
                <c:pt idx="3">
                  <c:v>4.3999999999999995</c:v>
                </c:pt>
                <c:pt idx="4">
                  <c:v>4.3999999999999995</c:v>
                </c:pt>
                <c:pt idx="5">
                  <c:v>4.3999999999999995</c:v>
                </c:pt>
                <c:pt idx="6">
                  <c:v>4.3999999999999995</c:v>
                </c:pt>
                <c:pt idx="7">
                  <c:v>4.3999999999999995</c:v>
                </c:pt>
                <c:pt idx="8">
                  <c:v>4.3999999999999995</c:v>
                </c:pt>
                <c:pt idx="9">
                  <c:v>4.3999999999999995</c:v>
                </c:pt>
                <c:pt idx="10">
                  <c:v>4.3999999999999995</c:v>
                </c:pt>
                <c:pt idx="11">
                  <c:v>4.3999999999999995</c:v>
                </c:pt>
                <c:pt idx="12">
                  <c:v>4.3999999999999995</c:v>
                </c:pt>
                <c:pt idx="13">
                  <c:v>4.3999999999999995</c:v>
                </c:pt>
                <c:pt idx="14">
                  <c:v>4.3999999999999995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BDA0-45B9-B360-91FA41A91204}"/>
            </c:ext>
          </c:extLst>
        </c:ser>
        <c:ser>
          <c:idx val="3"/>
          <c:order val="2"/>
          <c:tx>
            <c:v>y = 3.6</c:v>
          </c:tx>
          <c:spPr>
            <a:ln w="25400" cap="rnd">
              <a:noFill/>
              <a:round/>
            </a:ln>
            <a:effectLst/>
          </c:spPr>
          <c:marker>
            <c:symbol val="x"/>
            <c:size val="10"/>
            <c:spPr>
              <a:noFill/>
              <a:ln w="19050">
                <a:solidFill>
                  <a:srgbClr val="692F7C"/>
                </a:solidFill>
              </a:ln>
              <a:effectLst/>
            </c:spPr>
          </c:marker>
          <c:xVal>
            <c:numRef>
              <c:f>z!$A$1:$O$1</c:f>
              <c:numCache>
                <c:formatCode>General</c:formatCode>
                <c:ptCount val="15"/>
                <c:pt idx="0">
                  <c:v>0</c:v>
                </c:pt>
                <c:pt idx="1">
                  <c:v>1.2</c:v>
                </c:pt>
                <c:pt idx="2">
                  <c:v>2.2000000000000002</c:v>
                </c:pt>
                <c:pt idx="3">
                  <c:v>2.6</c:v>
                </c:pt>
                <c:pt idx="4">
                  <c:v>3</c:v>
                </c:pt>
                <c:pt idx="5">
                  <c:v>3.4</c:v>
                </c:pt>
                <c:pt idx="6">
                  <c:v>3.8</c:v>
                </c:pt>
                <c:pt idx="7">
                  <c:v>4.2</c:v>
                </c:pt>
                <c:pt idx="8">
                  <c:v>4.6000000000000005</c:v>
                </c:pt>
                <c:pt idx="9">
                  <c:v>5.0000000000000009</c:v>
                </c:pt>
                <c:pt idx="10">
                  <c:v>5.4000000000000012</c:v>
                </c:pt>
                <c:pt idx="11">
                  <c:v>5.8000000000000016</c:v>
                </c:pt>
                <c:pt idx="12">
                  <c:v>6.200000000000002</c:v>
                </c:pt>
                <c:pt idx="13">
                  <c:v>7.2</c:v>
                </c:pt>
                <c:pt idx="14">
                  <c:v>8.4</c:v>
                </c:pt>
              </c:numCache>
            </c:numRef>
          </c:xVal>
          <c:yVal>
            <c:numRef>
              <c:f>z!$A$11:$O$11</c:f>
              <c:numCache>
                <c:formatCode>General</c:formatCode>
                <c:ptCount val="15"/>
                <c:pt idx="0">
                  <c:v>3.5999999999999996</c:v>
                </c:pt>
                <c:pt idx="1">
                  <c:v>3.5999999999999996</c:v>
                </c:pt>
                <c:pt idx="2">
                  <c:v>3.5999999999999996</c:v>
                </c:pt>
                <c:pt idx="3">
                  <c:v>3.5999999999999996</c:v>
                </c:pt>
                <c:pt idx="4">
                  <c:v>3.5999999999999996</c:v>
                </c:pt>
                <c:pt idx="5">
                  <c:v>3.5999999999999996</c:v>
                </c:pt>
                <c:pt idx="6">
                  <c:v>3.5999999999999996</c:v>
                </c:pt>
                <c:pt idx="7">
                  <c:v>3.5999999999999996</c:v>
                </c:pt>
                <c:pt idx="8">
                  <c:v>3.5999999999999996</c:v>
                </c:pt>
                <c:pt idx="9">
                  <c:v>3.5999999999999996</c:v>
                </c:pt>
                <c:pt idx="10">
                  <c:v>3.5999999999999996</c:v>
                </c:pt>
                <c:pt idx="11">
                  <c:v>3.5999999999999996</c:v>
                </c:pt>
                <c:pt idx="12">
                  <c:v>3.5999999999999996</c:v>
                </c:pt>
                <c:pt idx="13">
                  <c:v>3.5999999999999996</c:v>
                </c:pt>
                <c:pt idx="14">
                  <c:v>3.5999999999999996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BDA0-45B9-B360-91FA41A91204}"/>
            </c:ext>
          </c:extLst>
        </c:ser>
        <c:ser>
          <c:idx val="2"/>
          <c:order val="3"/>
          <c:tx>
            <c:v>y = 4.0</c:v>
          </c:tx>
          <c:spPr>
            <a:ln w="25400" cap="rnd">
              <a:noFill/>
              <a:round/>
            </a:ln>
            <a:effectLst/>
          </c:spPr>
          <c:marker>
            <c:symbol val="x"/>
            <c:size val="10"/>
            <c:spPr>
              <a:noFill/>
              <a:ln w="19050">
                <a:solidFill>
                  <a:srgbClr val="692F7C"/>
                </a:solidFill>
              </a:ln>
              <a:effectLst/>
            </c:spPr>
          </c:marker>
          <c:xVal>
            <c:numRef>
              <c:f>z!$A$1:$O$1</c:f>
              <c:numCache>
                <c:formatCode>General</c:formatCode>
                <c:ptCount val="15"/>
                <c:pt idx="0">
                  <c:v>0</c:v>
                </c:pt>
                <c:pt idx="1">
                  <c:v>1.2</c:v>
                </c:pt>
                <c:pt idx="2">
                  <c:v>2.2000000000000002</c:v>
                </c:pt>
                <c:pt idx="3">
                  <c:v>2.6</c:v>
                </c:pt>
                <c:pt idx="4">
                  <c:v>3</c:v>
                </c:pt>
                <c:pt idx="5">
                  <c:v>3.4</c:v>
                </c:pt>
                <c:pt idx="6">
                  <c:v>3.8</c:v>
                </c:pt>
                <c:pt idx="7">
                  <c:v>4.2</c:v>
                </c:pt>
                <c:pt idx="8">
                  <c:v>4.6000000000000005</c:v>
                </c:pt>
                <c:pt idx="9">
                  <c:v>5.0000000000000009</c:v>
                </c:pt>
                <c:pt idx="10">
                  <c:v>5.4000000000000012</c:v>
                </c:pt>
                <c:pt idx="11">
                  <c:v>5.8000000000000016</c:v>
                </c:pt>
                <c:pt idx="12">
                  <c:v>6.200000000000002</c:v>
                </c:pt>
                <c:pt idx="13">
                  <c:v>7.2</c:v>
                </c:pt>
                <c:pt idx="14">
                  <c:v>8.4</c:v>
                </c:pt>
              </c:numCache>
            </c:numRef>
          </c:xVal>
          <c:yVal>
            <c:numRef>
              <c:f>z!$A$12:$O$12</c:f>
              <c:numCache>
                <c:formatCode>General</c:formatCode>
                <c:ptCount val="15"/>
                <c:pt idx="0">
                  <c:v>3.9999999999999996</c:v>
                </c:pt>
                <c:pt idx="1">
                  <c:v>3.9999999999999996</c:v>
                </c:pt>
                <c:pt idx="2">
                  <c:v>3.9999999999999996</c:v>
                </c:pt>
                <c:pt idx="3">
                  <c:v>3.9999999999999996</c:v>
                </c:pt>
                <c:pt idx="4">
                  <c:v>3.9999999999999996</c:v>
                </c:pt>
                <c:pt idx="5">
                  <c:v>3.9999999999999996</c:v>
                </c:pt>
                <c:pt idx="6">
                  <c:v>3.9999999999999996</c:v>
                </c:pt>
                <c:pt idx="7">
                  <c:v>3.9999999999999996</c:v>
                </c:pt>
                <c:pt idx="8">
                  <c:v>3.9999999999999996</c:v>
                </c:pt>
                <c:pt idx="9">
                  <c:v>3.9999999999999996</c:v>
                </c:pt>
                <c:pt idx="10">
                  <c:v>3.9999999999999996</c:v>
                </c:pt>
                <c:pt idx="11">
                  <c:v>3.9999999999999996</c:v>
                </c:pt>
                <c:pt idx="12">
                  <c:v>3.9999999999999996</c:v>
                </c:pt>
                <c:pt idx="13">
                  <c:v>3.9999999999999996</c:v>
                </c:pt>
                <c:pt idx="14">
                  <c:v>3.9999999999999996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BDA0-45B9-B360-91FA41A91204}"/>
            </c:ext>
          </c:extLst>
        </c:ser>
        <c:ser>
          <c:idx val="4"/>
          <c:order val="4"/>
          <c:tx>
            <c:v>y = 3.2</c:v>
          </c:tx>
          <c:spPr>
            <a:ln w="25400" cap="rnd">
              <a:noFill/>
              <a:round/>
            </a:ln>
            <a:effectLst/>
          </c:spPr>
          <c:marker>
            <c:symbol val="x"/>
            <c:size val="10"/>
            <c:spPr>
              <a:noFill/>
              <a:ln w="19050">
                <a:solidFill>
                  <a:srgbClr val="692F7C"/>
                </a:solidFill>
              </a:ln>
              <a:effectLst/>
            </c:spPr>
          </c:marker>
          <c:dPt>
            <c:idx val="0"/>
            <c:marker>
              <c:symbol val="x"/>
              <c:size val="10"/>
              <c:spPr>
                <a:noFill/>
                <a:ln w="19050">
                  <a:solidFill>
                    <a:srgbClr val="692F7C"/>
                  </a:solidFill>
                </a:ln>
                <a:effectLst/>
              </c:spPr>
            </c:marker>
            <c:bubble3D val="0"/>
            <c:spPr>
              <a:ln w="25400" cap="rnd">
                <a:solidFill>
                  <a:srgbClr val="D96558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0-2043-4A5F-AE33-EC22948FF6E8}"/>
              </c:ext>
            </c:extLst>
          </c:dPt>
          <c:xVal>
            <c:numRef>
              <c:f>z!$A$1:$O$1</c:f>
              <c:numCache>
                <c:formatCode>General</c:formatCode>
                <c:ptCount val="15"/>
                <c:pt idx="0">
                  <c:v>0</c:v>
                </c:pt>
                <c:pt idx="1">
                  <c:v>1.2</c:v>
                </c:pt>
                <c:pt idx="2">
                  <c:v>2.2000000000000002</c:v>
                </c:pt>
                <c:pt idx="3">
                  <c:v>2.6</c:v>
                </c:pt>
                <c:pt idx="4">
                  <c:v>3</c:v>
                </c:pt>
                <c:pt idx="5">
                  <c:v>3.4</c:v>
                </c:pt>
                <c:pt idx="6">
                  <c:v>3.8</c:v>
                </c:pt>
                <c:pt idx="7">
                  <c:v>4.2</c:v>
                </c:pt>
                <c:pt idx="8">
                  <c:v>4.6000000000000005</c:v>
                </c:pt>
                <c:pt idx="9">
                  <c:v>5.0000000000000009</c:v>
                </c:pt>
                <c:pt idx="10">
                  <c:v>5.4000000000000012</c:v>
                </c:pt>
                <c:pt idx="11">
                  <c:v>5.8000000000000016</c:v>
                </c:pt>
                <c:pt idx="12">
                  <c:v>6.200000000000002</c:v>
                </c:pt>
                <c:pt idx="13">
                  <c:v>7.2</c:v>
                </c:pt>
                <c:pt idx="14">
                  <c:v>8.4</c:v>
                </c:pt>
              </c:numCache>
            </c:numRef>
          </c:xVal>
          <c:yVal>
            <c:numRef>
              <c:f>z!$A$10:$O$10</c:f>
              <c:numCache>
                <c:formatCode>General</c:formatCode>
                <c:ptCount val="15"/>
                <c:pt idx="0">
                  <c:v>3.1999999999999997</c:v>
                </c:pt>
                <c:pt idx="1">
                  <c:v>3.1999999999999997</c:v>
                </c:pt>
                <c:pt idx="2">
                  <c:v>3.1999999999999997</c:v>
                </c:pt>
                <c:pt idx="3">
                  <c:v>3.1999999999999997</c:v>
                </c:pt>
                <c:pt idx="4">
                  <c:v>3.1999999999999997</c:v>
                </c:pt>
                <c:pt idx="5">
                  <c:v>3.1999999999999997</c:v>
                </c:pt>
                <c:pt idx="6">
                  <c:v>3.1999999999999997</c:v>
                </c:pt>
                <c:pt idx="7">
                  <c:v>3.1999999999999997</c:v>
                </c:pt>
                <c:pt idx="8">
                  <c:v>3.1999999999999997</c:v>
                </c:pt>
                <c:pt idx="9">
                  <c:v>3.1999999999999997</c:v>
                </c:pt>
                <c:pt idx="10">
                  <c:v>3.1999999999999997</c:v>
                </c:pt>
                <c:pt idx="11">
                  <c:v>3.1999999999999997</c:v>
                </c:pt>
                <c:pt idx="12">
                  <c:v>3.1999999999999997</c:v>
                </c:pt>
                <c:pt idx="13">
                  <c:v>3.1999999999999997</c:v>
                </c:pt>
                <c:pt idx="14">
                  <c:v>3.1999999999999997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BDA0-45B9-B360-91FA41A91204}"/>
            </c:ext>
          </c:extLst>
        </c:ser>
        <c:ser>
          <c:idx val="5"/>
          <c:order val="5"/>
          <c:tx>
            <c:v>y = 2.8</c:v>
          </c:tx>
          <c:spPr>
            <a:ln w="25400" cap="rnd">
              <a:noFill/>
              <a:round/>
            </a:ln>
            <a:effectLst/>
          </c:spPr>
          <c:marker>
            <c:symbol val="x"/>
            <c:size val="10"/>
            <c:spPr>
              <a:noFill/>
              <a:ln w="19050">
                <a:solidFill>
                  <a:srgbClr val="692F7C"/>
                </a:solidFill>
              </a:ln>
              <a:effectLst/>
            </c:spPr>
          </c:marker>
          <c:xVal>
            <c:numRef>
              <c:f>z!$A$1:$O$1</c:f>
              <c:numCache>
                <c:formatCode>General</c:formatCode>
                <c:ptCount val="15"/>
                <c:pt idx="0">
                  <c:v>0</c:v>
                </c:pt>
                <c:pt idx="1">
                  <c:v>1.2</c:v>
                </c:pt>
                <c:pt idx="2">
                  <c:v>2.2000000000000002</c:v>
                </c:pt>
                <c:pt idx="3">
                  <c:v>2.6</c:v>
                </c:pt>
                <c:pt idx="4">
                  <c:v>3</c:v>
                </c:pt>
                <c:pt idx="5">
                  <c:v>3.4</c:v>
                </c:pt>
                <c:pt idx="6">
                  <c:v>3.8</c:v>
                </c:pt>
                <c:pt idx="7">
                  <c:v>4.2</c:v>
                </c:pt>
                <c:pt idx="8">
                  <c:v>4.6000000000000005</c:v>
                </c:pt>
                <c:pt idx="9">
                  <c:v>5.0000000000000009</c:v>
                </c:pt>
                <c:pt idx="10">
                  <c:v>5.4000000000000012</c:v>
                </c:pt>
                <c:pt idx="11">
                  <c:v>5.8000000000000016</c:v>
                </c:pt>
                <c:pt idx="12">
                  <c:v>6.200000000000002</c:v>
                </c:pt>
                <c:pt idx="13">
                  <c:v>7.2</c:v>
                </c:pt>
                <c:pt idx="14">
                  <c:v>8.4</c:v>
                </c:pt>
              </c:numCache>
            </c:numRef>
          </c:xVal>
          <c:yVal>
            <c:numRef>
              <c:f>z!$A$9:$O$9</c:f>
              <c:numCache>
                <c:formatCode>General</c:formatCode>
                <c:ptCount val="15"/>
                <c:pt idx="0">
                  <c:v>2.8</c:v>
                </c:pt>
                <c:pt idx="1">
                  <c:v>2.8</c:v>
                </c:pt>
                <c:pt idx="2">
                  <c:v>2.8</c:v>
                </c:pt>
                <c:pt idx="3">
                  <c:v>2.8</c:v>
                </c:pt>
                <c:pt idx="4">
                  <c:v>2.8</c:v>
                </c:pt>
                <c:pt idx="5">
                  <c:v>2.8</c:v>
                </c:pt>
                <c:pt idx="6">
                  <c:v>2.8</c:v>
                </c:pt>
                <c:pt idx="7">
                  <c:v>2.8</c:v>
                </c:pt>
                <c:pt idx="8">
                  <c:v>2.8</c:v>
                </c:pt>
                <c:pt idx="9">
                  <c:v>2.8</c:v>
                </c:pt>
                <c:pt idx="10">
                  <c:v>2.8</c:v>
                </c:pt>
                <c:pt idx="11">
                  <c:v>2.8</c:v>
                </c:pt>
                <c:pt idx="12">
                  <c:v>2.8</c:v>
                </c:pt>
                <c:pt idx="13">
                  <c:v>2.8</c:v>
                </c:pt>
                <c:pt idx="14">
                  <c:v>2.8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BDA0-45B9-B360-91FA41A91204}"/>
            </c:ext>
          </c:extLst>
        </c:ser>
        <c:ser>
          <c:idx val="6"/>
          <c:order val="6"/>
          <c:tx>
            <c:v>y = 2.4</c:v>
          </c:tx>
          <c:spPr>
            <a:ln w="25400" cap="rnd">
              <a:noFill/>
              <a:round/>
            </a:ln>
            <a:effectLst/>
          </c:spPr>
          <c:marker>
            <c:symbol val="x"/>
            <c:size val="10"/>
            <c:spPr>
              <a:noFill/>
              <a:ln w="19050">
                <a:solidFill>
                  <a:srgbClr val="692F7C"/>
                </a:solidFill>
              </a:ln>
              <a:effectLst/>
            </c:spPr>
          </c:marker>
          <c:xVal>
            <c:numRef>
              <c:f>z!$A$1:$O$1</c:f>
              <c:numCache>
                <c:formatCode>General</c:formatCode>
                <c:ptCount val="15"/>
                <c:pt idx="0">
                  <c:v>0</c:v>
                </c:pt>
                <c:pt idx="1">
                  <c:v>1.2</c:v>
                </c:pt>
                <c:pt idx="2">
                  <c:v>2.2000000000000002</c:v>
                </c:pt>
                <c:pt idx="3">
                  <c:v>2.6</c:v>
                </c:pt>
                <c:pt idx="4">
                  <c:v>3</c:v>
                </c:pt>
                <c:pt idx="5">
                  <c:v>3.4</c:v>
                </c:pt>
                <c:pt idx="6">
                  <c:v>3.8</c:v>
                </c:pt>
                <c:pt idx="7">
                  <c:v>4.2</c:v>
                </c:pt>
                <c:pt idx="8">
                  <c:v>4.6000000000000005</c:v>
                </c:pt>
                <c:pt idx="9">
                  <c:v>5.0000000000000009</c:v>
                </c:pt>
                <c:pt idx="10">
                  <c:v>5.4000000000000012</c:v>
                </c:pt>
                <c:pt idx="11">
                  <c:v>5.8000000000000016</c:v>
                </c:pt>
                <c:pt idx="12">
                  <c:v>6.200000000000002</c:v>
                </c:pt>
                <c:pt idx="13">
                  <c:v>7.2</c:v>
                </c:pt>
                <c:pt idx="14">
                  <c:v>8.4</c:v>
                </c:pt>
              </c:numCache>
            </c:numRef>
          </c:xVal>
          <c:yVal>
            <c:numRef>
              <c:f>z!$A$8:$O$8</c:f>
              <c:numCache>
                <c:formatCode>General</c:formatCode>
                <c:ptCount val="15"/>
                <c:pt idx="0">
                  <c:v>2.4</c:v>
                </c:pt>
                <c:pt idx="1">
                  <c:v>2.4</c:v>
                </c:pt>
                <c:pt idx="2">
                  <c:v>2.4</c:v>
                </c:pt>
                <c:pt idx="3">
                  <c:v>2.4</c:v>
                </c:pt>
                <c:pt idx="4">
                  <c:v>2.4</c:v>
                </c:pt>
                <c:pt idx="5">
                  <c:v>2.4</c:v>
                </c:pt>
                <c:pt idx="6">
                  <c:v>2.4</c:v>
                </c:pt>
                <c:pt idx="7">
                  <c:v>2.4</c:v>
                </c:pt>
                <c:pt idx="8">
                  <c:v>2.4</c:v>
                </c:pt>
                <c:pt idx="9">
                  <c:v>2.4</c:v>
                </c:pt>
                <c:pt idx="10">
                  <c:v>2.4</c:v>
                </c:pt>
                <c:pt idx="11">
                  <c:v>2.4</c:v>
                </c:pt>
                <c:pt idx="12">
                  <c:v>2.4</c:v>
                </c:pt>
                <c:pt idx="13">
                  <c:v>2.4</c:v>
                </c:pt>
                <c:pt idx="14">
                  <c:v>2.4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BDA0-45B9-B360-91FA41A91204}"/>
            </c:ext>
          </c:extLst>
        </c:ser>
        <c:ser>
          <c:idx val="7"/>
          <c:order val="7"/>
          <c:tx>
            <c:v>y = 2.0</c:v>
          </c:tx>
          <c:spPr>
            <a:ln w="25400" cap="rnd">
              <a:noFill/>
              <a:round/>
            </a:ln>
            <a:effectLst/>
          </c:spPr>
          <c:marker>
            <c:symbol val="x"/>
            <c:size val="10"/>
            <c:spPr>
              <a:noFill/>
              <a:ln w="19050">
                <a:solidFill>
                  <a:srgbClr val="692F7C"/>
                </a:solidFill>
              </a:ln>
              <a:effectLst/>
            </c:spPr>
          </c:marker>
          <c:xVal>
            <c:numRef>
              <c:f>z!$A$1:$O$1</c:f>
              <c:numCache>
                <c:formatCode>General</c:formatCode>
                <c:ptCount val="15"/>
                <c:pt idx="0">
                  <c:v>0</c:v>
                </c:pt>
                <c:pt idx="1">
                  <c:v>1.2</c:v>
                </c:pt>
                <c:pt idx="2">
                  <c:v>2.2000000000000002</c:v>
                </c:pt>
                <c:pt idx="3">
                  <c:v>2.6</c:v>
                </c:pt>
                <c:pt idx="4">
                  <c:v>3</c:v>
                </c:pt>
                <c:pt idx="5">
                  <c:v>3.4</c:v>
                </c:pt>
                <c:pt idx="6">
                  <c:v>3.8</c:v>
                </c:pt>
                <c:pt idx="7">
                  <c:v>4.2</c:v>
                </c:pt>
                <c:pt idx="8">
                  <c:v>4.6000000000000005</c:v>
                </c:pt>
                <c:pt idx="9">
                  <c:v>5.0000000000000009</c:v>
                </c:pt>
                <c:pt idx="10">
                  <c:v>5.4000000000000012</c:v>
                </c:pt>
                <c:pt idx="11">
                  <c:v>5.8000000000000016</c:v>
                </c:pt>
                <c:pt idx="12">
                  <c:v>6.200000000000002</c:v>
                </c:pt>
                <c:pt idx="13">
                  <c:v>7.2</c:v>
                </c:pt>
                <c:pt idx="14">
                  <c:v>8.4</c:v>
                </c:pt>
              </c:numCache>
            </c:numRef>
          </c:xVal>
          <c:yVal>
            <c:numRef>
              <c:f>z!$A$7:$O$7</c:f>
              <c:numCache>
                <c:formatCode>General</c:formatCode>
                <c:ptCount val="1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BDA0-45B9-B360-91FA41A91204}"/>
            </c:ext>
          </c:extLst>
        </c:ser>
        <c:ser>
          <c:idx val="8"/>
          <c:order val="8"/>
          <c:tx>
            <c:v>y = 1.6</c:v>
          </c:tx>
          <c:spPr>
            <a:ln w="25400" cap="rnd">
              <a:noFill/>
              <a:round/>
            </a:ln>
            <a:effectLst/>
          </c:spPr>
          <c:marker>
            <c:symbol val="x"/>
            <c:size val="10"/>
            <c:spPr>
              <a:noFill/>
              <a:ln w="19050">
                <a:solidFill>
                  <a:srgbClr val="692F7C"/>
                </a:solidFill>
              </a:ln>
              <a:effectLst/>
            </c:spPr>
          </c:marker>
          <c:xVal>
            <c:numRef>
              <c:f>z!$A$1:$O$1</c:f>
              <c:numCache>
                <c:formatCode>General</c:formatCode>
                <c:ptCount val="15"/>
                <c:pt idx="0">
                  <c:v>0</c:v>
                </c:pt>
                <c:pt idx="1">
                  <c:v>1.2</c:v>
                </c:pt>
                <c:pt idx="2">
                  <c:v>2.2000000000000002</c:v>
                </c:pt>
                <c:pt idx="3">
                  <c:v>2.6</c:v>
                </c:pt>
                <c:pt idx="4">
                  <c:v>3</c:v>
                </c:pt>
                <c:pt idx="5">
                  <c:v>3.4</c:v>
                </c:pt>
                <c:pt idx="6">
                  <c:v>3.8</c:v>
                </c:pt>
                <c:pt idx="7">
                  <c:v>4.2</c:v>
                </c:pt>
                <c:pt idx="8">
                  <c:v>4.6000000000000005</c:v>
                </c:pt>
                <c:pt idx="9">
                  <c:v>5.0000000000000009</c:v>
                </c:pt>
                <c:pt idx="10">
                  <c:v>5.4000000000000012</c:v>
                </c:pt>
                <c:pt idx="11">
                  <c:v>5.8000000000000016</c:v>
                </c:pt>
                <c:pt idx="12">
                  <c:v>6.200000000000002</c:v>
                </c:pt>
                <c:pt idx="13">
                  <c:v>7.2</c:v>
                </c:pt>
                <c:pt idx="14">
                  <c:v>8.4</c:v>
                </c:pt>
              </c:numCache>
            </c:numRef>
          </c:xVal>
          <c:yVal>
            <c:numRef>
              <c:f>z!$A$6:$O$6</c:f>
              <c:numCache>
                <c:formatCode>General</c:formatCode>
                <c:ptCount val="15"/>
                <c:pt idx="0">
                  <c:v>1.6</c:v>
                </c:pt>
                <c:pt idx="1">
                  <c:v>1.6</c:v>
                </c:pt>
                <c:pt idx="2">
                  <c:v>1.6</c:v>
                </c:pt>
                <c:pt idx="3">
                  <c:v>1.6</c:v>
                </c:pt>
                <c:pt idx="4">
                  <c:v>1.6</c:v>
                </c:pt>
                <c:pt idx="5">
                  <c:v>1.6</c:v>
                </c:pt>
                <c:pt idx="6">
                  <c:v>1.6</c:v>
                </c:pt>
                <c:pt idx="7">
                  <c:v>1.6</c:v>
                </c:pt>
                <c:pt idx="8">
                  <c:v>1.6</c:v>
                </c:pt>
                <c:pt idx="9">
                  <c:v>1.6</c:v>
                </c:pt>
                <c:pt idx="10">
                  <c:v>1.6</c:v>
                </c:pt>
                <c:pt idx="11">
                  <c:v>1.6</c:v>
                </c:pt>
                <c:pt idx="12">
                  <c:v>1.6</c:v>
                </c:pt>
                <c:pt idx="13">
                  <c:v>1.6</c:v>
                </c:pt>
                <c:pt idx="14">
                  <c:v>1.6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BDA0-45B9-B360-91FA41A91204}"/>
            </c:ext>
          </c:extLst>
        </c:ser>
        <c:ser>
          <c:idx val="9"/>
          <c:order val="9"/>
          <c:tx>
            <c:v>y = 1.2</c:v>
          </c:tx>
          <c:spPr>
            <a:ln w="25400" cap="rnd">
              <a:noFill/>
              <a:round/>
            </a:ln>
            <a:effectLst/>
          </c:spPr>
          <c:marker>
            <c:symbol val="x"/>
            <c:size val="10"/>
            <c:spPr>
              <a:noFill/>
              <a:ln w="19050">
                <a:solidFill>
                  <a:srgbClr val="692F7C"/>
                </a:solidFill>
              </a:ln>
              <a:effectLst/>
            </c:spPr>
          </c:marker>
          <c:xVal>
            <c:numRef>
              <c:f>z!$A$1:$O$1</c:f>
              <c:numCache>
                <c:formatCode>General</c:formatCode>
                <c:ptCount val="15"/>
                <c:pt idx="0">
                  <c:v>0</c:v>
                </c:pt>
                <c:pt idx="1">
                  <c:v>1.2</c:v>
                </c:pt>
                <c:pt idx="2">
                  <c:v>2.2000000000000002</c:v>
                </c:pt>
                <c:pt idx="3">
                  <c:v>2.6</c:v>
                </c:pt>
                <c:pt idx="4">
                  <c:v>3</c:v>
                </c:pt>
                <c:pt idx="5">
                  <c:v>3.4</c:v>
                </c:pt>
                <c:pt idx="6">
                  <c:v>3.8</c:v>
                </c:pt>
                <c:pt idx="7">
                  <c:v>4.2</c:v>
                </c:pt>
                <c:pt idx="8">
                  <c:v>4.6000000000000005</c:v>
                </c:pt>
                <c:pt idx="9">
                  <c:v>5.0000000000000009</c:v>
                </c:pt>
                <c:pt idx="10">
                  <c:v>5.4000000000000012</c:v>
                </c:pt>
                <c:pt idx="11">
                  <c:v>5.8000000000000016</c:v>
                </c:pt>
                <c:pt idx="12">
                  <c:v>6.200000000000002</c:v>
                </c:pt>
                <c:pt idx="13">
                  <c:v>7.2</c:v>
                </c:pt>
                <c:pt idx="14">
                  <c:v>8.4</c:v>
                </c:pt>
              </c:numCache>
            </c:numRef>
          </c:xVal>
          <c:yVal>
            <c:numRef>
              <c:f>z!$A$5:$O$5</c:f>
              <c:numCache>
                <c:formatCode>General</c:formatCode>
                <c:ptCount val="15"/>
                <c:pt idx="0">
                  <c:v>1.2000000000000002</c:v>
                </c:pt>
                <c:pt idx="1">
                  <c:v>1.2000000000000002</c:v>
                </c:pt>
                <c:pt idx="2">
                  <c:v>1.2000000000000002</c:v>
                </c:pt>
                <c:pt idx="3">
                  <c:v>1.2000000000000002</c:v>
                </c:pt>
                <c:pt idx="4">
                  <c:v>1.2000000000000002</c:v>
                </c:pt>
                <c:pt idx="5">
                  <c:v>1.2000000000000002</c:v>
                </c:pt>
                <c:pt idx="6">
                  <c:v>1.2000000000000002</c:v>
                </c:pt>
                <c:pt idx="7">
                  <c:v>1.2000000000000002</c:v>
                </c:pt>
                <c:pt idx="8">
                  <c:v>1.2000000000000002</c:v>
                </c:pt>
                <c:pt idx="9">
                  <c:v>1.2000000000000002</c:v>
                </c:pt>
                <c:pt idx="10">
                  <c:v>1.2000000000000002</c:v>
                </c:pt>
                <c:pt idx="11">
                  <c:v>1.2000000000000002</c:v>
                </c:pt>
                <c:pt idx="12">
                  <c:v>1.2000000000000002</c:v>
                </c:pt>
                <c:pt idx="13">
                  <c:v>1.2000000000000002</c:v>
                </c:pt>
                <c:pt idx="14">
                  <c:v>1.2000000000000002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9-BDA0-45B9-B360-91FA41A91204}"/>
            </c:ext>
          </c:extLst>
        </c:ser>
        <c:ser>
          <c:idx val="10"/>
          <c:order val="10"/>
          <c:tx>
            <c:v>y = 0.8</c:v>
          </c:tx>
          <c:spPr>
            <a:ln w="25400" cap="rnd">
              <a:noFill/>
              <a:round/>
            </a:ln>
            <a:effectLst/>
          </c:spPr>
          <c:marker>
            <c:symbol val="x"/>
            <c:size val="10"/>
            <c:spPr>
              <a:noFill/>
              <a:ln w="19050">
                <a:solidFill>
                  <a:srgbClr val="692F7C"/>
                </a:solidFill>
              </a:ln>
              <a:effectLst/>
            </c:spPr>
          </c:marker>
          <c:xVal>
            <c:numRef>
              <c:f>z!$A$1:$O$1</c:f>
              <c:numCache>
                <c:formatCode>General</c:formatCode>
                <c:ptCount val="15"/>
                <c:pt idx="0">
                  <c:v>0</c:v>
                </c:pt>
                <c:pt idx="1">
                  <c:v>1.2</c:v>
                </c:pt>
                <c:pt idx="2">
                  <c:v>2.2000000000000002</c:v>
                </c:pt>
                <c:pt idx="3">
                  <c:v>2.6</c:v>
                </c:pt>
                <c:pt idx="4">
                  <c:v>3</c:v>
                </c:pt>
                <c:pt idx="5">
                  <c:v>3.4</c:v>
                </c:pt>
                <c:pt idx="6">
                  <c:v>3.8</c:v>
                </c:pt>
                <c:pt idx="7">
                  <c:v>4.2</c:v>
                </c:pt>
                <c:pt idx="8">
                  <c:v>4.6000000000000005</c:v>
                </c:pt>
                <c:pt idx="9">
                  <c:v>5.0000000000000009</c:v>
                </c:pt>
                <c:pt idx="10">
                  <c:v>5.4000000000000012</c:v>
                </c:pt>
                <c:pt idx="11">
                  <c:v>5.8000000000000016</c:v>
                </c:pt>
                <c:pt idx="12">
                  <c:v>6.200000000000002</c:v>
                </c:pt>
                <c:pt idx="13">
                  <c:v>7.2</c:v>
                </c:pt>
                <c:pt idx="14">
                  <c:v>8.4</c:v>
                </c:pt>
              </c:numCache>
            </c:numRef>
          </c:xVal>
          <c:yVal>
            <c:numRef>
              <c:f>z!$A$4:$O$4</c:f>
              <c:numCache>
                <c:formatCode>General</c:formatCode>
                <c:ptCount val="15"/>
                <c:pt idx="0">
                  <c:v>0.8</c:v>
                </c:pt>
                <c:pt idx="1">
                  <c:v>0.8</c:v>
                </c:pt>
                <c:pt idx="2">
                  <c:v>0.8</c:v>
                </c:pt>
                <c:pt idx="3">
                  <c:v>0.8</c:v>
                </c:pt>
                <c:pt idx="4">
                  <c:v>0.8</c:v>
                </c:pt>
                <c:pt idx="5">
                  <c:v>0.8</c:v>
                </c:pt>
                <c:pt idx="6">
                  <c:v>0.8</c:v>
                </c:pt>
                <c:pt idx="7">
                  <c:v>0.8</c:v>
                </c:pt>
                <c:pt idx="8">
                  <c:v>0.8</c:v>
                </c:pt>
                <c:pt idx="9">
                  <c:v>0.8</c:v>
                </c:pt>
                <c:pt idx="10">
                  <c:v>0.8</c:v>
                </c:pt>
                <c:pt idx="11">
                  <c:v>0.8</c:v>
                </c:pt>
                <c:pt idx="12">
                  <c:v>0.8</c:v>
                </c:pt>
                <c:pt idx="13">
                  <c:v>0.8</c:v>
                </c:pt>
                <c:pt idx="14">
                  <c:v>0.8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BDA0-45B9-B360-91FA41A91204}"/>
            </c:ext>
          </c:extLst>
        </c:ser>
        <c:ser>
          <c:idx val="11"/>
          <c:order val="11"/>
          <c:tx>
            <c:v>y = 0.4</c:v>
          </c:tx>
          <c:spPr>
            <a:ln w="25400" cap="rnd">
              <a:noFill/>
              <a:round/>
            </a:ln>
            <a:effectLst/>
          </c:spPr>
          <c:marker>
            <c:symbol val="x"/>
            <c:size val="10"/>
            <c:spPr>
              <a:noFill/>
              <a:ln w="19050">
                <a:solidFill>
                  <a:srgbClr val="692F7C"/>
                </a:solidFill>
              </a:ln>
              <a:effectLst/>
            </c:spPr>
          </c:marker>
          <c:xVal>
            <c:numRef>
              <c:f>z!$A$1:$O$1</c:f>
              <c:numCache>
                <c:formatCode>General</c:formatCode>
                <c:ptCount val="15"/>
                <c:pt idx="0">
                  <c:v>0</c:v>
                </c:pt>
                <c:pt idx="1">
                  <c:v>1.2</c:v>
                </c:pt>
                <c:pt idx="2">
                  <c:v>2.2000000000000002</c:v>
                </c:pt>
                <c:pt idx="3">
                  <c:v>2.6</c:v>
                </c:pt>
                <c:pt idx="4">
                  <c:v>3</c:v>
                </c:pt>
                <c:pt idx="5">
                  <c:v>3.4</c:v>
                </c:pt>
                <c:pt idx="6">
                  <c:v>3.8</c:v>
                </c:pt>
                <c:pt idx="7">
                  <c:v>4.2</c:v>
                </c:pt>
                <c:pt idx="8">
                  <c:v>4.6000000000000005</c:v>
                </c:pt>
                <c:pt idx="9">
                  <c:v>5.0000000000000009</c:v>
                </c:pt>
                <c:pt idx="10">
                  <c:v>5.4000000000000012</c:v>
                </c:pt>
                <c:pt idx="11">
                  <c:v>5.8000000000000016</c:v>
                </c:pt>
                <c:pt idx="12">
                  <c:v>6.200000000000002</c:v>
                </c:pt>
                <c:pt idx="13">
                  <c:v>7.2</c:v>
                </c:pt>
                <c:pt idx="14">
                  <c:v>8.4</c:v>
                </c:pt>
              </c:numCache>
            </c:numRef>
          </c:xVal>
          <c:yVal>
            <c:numRef>
              <c:f>z!$A$3:$O$3</c:f>
              <c:numCache>
                <c:formatCode>General</c:formatCode>
                <c:ptCount val="15"/>
                <c:pt idx="0">
                  <c:v>0.4</c:v>
                </c:pt>
                <c:pt idx="1">
                  <c:v>0.4</c:v>
                </c:pt>
                <c:pt idx="2">
                  <c:v>0.4</c:v>
                </c:pt>
                <c:pt idx="3">
                  <c:v>0.4</c:v>
                </c:pt>
                <c:pt idx="4">
                  <c:v>0.4</c:v>
                </c:pt>
                <c:pt idx="5">
                  <c:v>0.4</c:v>
                </c:pt>
                <c:pt idx="6">
                  <c:v>0.4</c:v>
                </c:pt>
                <c:pt idx="7">
                  <c:v>0.4</c:v>
                </c:pt>
                <c:pt idx="8">
                  <c:v>0.4</c:v>
                </c:pt>
                <c:pt idx="9">
                  <c:v>0.4</c:v>
                </c:pt>
                <c:pt idx="10">
                  <c:v>0.4</c:v>
                </c:pt>
                <c:pt idx="11">
                  <c:v>0.4</c:v>
                </c:pt>
                <c:pt idx="12">
                  <c:v>0.4</c:v>
                </c:pt>
                <c:pt idx="13">
                  <c:v>0.4</c:v>
                </c:pt>
                <c:pt idx="14">
                  <c:v>0.4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B-BDA0-45B9-B360-91FA41A91204}"/>
            </c:ext>
          </c:extLst>
        </c:ser>
        <c:ser>
          <c:idx val="12"/>
          <c:order val="12"/>
          <c:tx>
            <c:v>y = 0.0</c:v>
          </c:tx>
          <c:spPr>
            <a:ln w="25400" cap="rnd">
              <a:noFill/>
              <a:round/>
            </a:ln>
            <a:effectLst/>
          </c:spPr>
          <c:marker>
            <c:symbol val="x"/>
            <c:size val="10"/>
            <c:spPr>
              <a:noFill/>
              <a:ln w="19050">
                <a:solidFill>
                  <a:srgbClr val="692F7C"/>
                </a:solidFill>
              </a:ln>
              <a:effectLst/>
            </c:spPr>
          </c:marker>
          <c:xVal>
            <c:numRef>
              <c:f>z!$A$1:$O$1</c:f>
              <c:numCache>
                <c:formatCode>General</c:formatCode>
                <c:ptCount val="15"/>
                <c:pt idx="0">
                  <c:v>0</c:v>
                </c:pt>
                <c:pt idx="1">
                  <c:v>1.2</c:v>
                </c:pt>
                <c:pt idx="2">
                  <c:v>2.2000000000000002</c:v>
                </c:pt>
                <c:pt idx="3">
                  <c:v>2.6</c:v>
                </c:pt>
                <c:pt idx="4">
                  <c:v>3</c:v>
                </c:pt>
                <c:pt idx="5">
                  <c:v>3.4</c:v>
                </c:pt>
                <c:pt idx="6">
                  <c:v>3.8</c:v>
                </c:pt>
                <c:pt idx="7">
                  <c:v>4.2</c:v>
                </c:pt>
                <c:pt idx="8">
                  <c:v>4.6000000000000005</c:v>
                </c:pt>
                <c:pt idx="9">
                  <c:v>5.0000000000000009</c:v>
                </c:pt>
                <c:pt idx="10">
                  <c:v>5.4000000000000012</c:v>
                </c:pt>
                <c:pt idx="11">
                  <c:v>5.8000000000000016</c:v>
                </c:pt>
                <c:pt idx="12">
                  <c:v>6.200000000000002</c:v>
                </c:pt>
                <c:pt idx="13">
                  <c:v>7.2</c:v>
                </c:pt>
                <c:pt idx="14">
                  <c:v>8.4</c:v>
                </c:pt>
              </c:numCache>
            </c:numRef>
          </c:xVal>
          <c:yVal>
            <c:numRef>
              <c:f>z!$A$2:$O$2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C-BDA0-45B9-B360-91FA41A912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19659199"/>
        <c:axId val="419653439"/>
      </c:scatterChart>
      <c:valAx>
        <c:axId val="419659199"/>
        <c:scaling>
          <c:orientation val="minMax"/>
          <c:max val="8.4"/>
          <c:min val="0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defRPr>
                </a:pPr>
                <a:r>
                  <a:rPr lang="en-US" altLang="zh-CN" sz="1800" b="0" dirty="0">
                    <a:solidFill>
                      <a:schemeClr val="tx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x (m)</a:t>
                </a:r>
                <a:endParaRPr lang="zh-CN" altLang="en-US" sz="1800" b="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c:rich>
          </c:tx>
          <c:layout>
            <c:manualLayout>
              <c:xMode val="edge"/>
              <c:yMode val="edge"/>
              <c:x val="0.58740465127988017"/>
              <c:y val="0.9445949685491484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defRPr>
              </a:pPr>
              <a:endParaRPr lang="zh-CN" altLang="en-US"/>
            </a:p>
          </c:txPr>
        </c:title>
        <c:numFmt formatCode="#,##0.0_);[Red]\(#,##0.0\)" sourceLinked="0"/>
        <c:majorTickMark val="none"/>
        <c:minorTickMark val="none"/>
        <c:tickLblPos val="low"/>
        <c:spPr>
          <a:solidFill>
            <a:schemeClr val="bg1">
              <a:alpha val="50000"/>
            </a:schemeClr>
          </a:solidFill>
          <a:ln w="12700" cap="flat" cmpd="sng" algn="ctr">
            <a:solidFill>
              <a:schemeClr val="tx1"/>
            </a:solidFill>
            <a:prstDash val="lgDash"/>
            <a:round/>
            <a:headEnd type="none"/>
            <a:tailEnd type="stealth" w="lg" len="me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ln>
                  <a:noFill/>
                </a:ln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pPr>
            <a:endParaRPr lang="zh-CN"/>
          </a:p>
        </c:txPr>
        <c:crossAx val="419653439"/>
        <c:crosses val="autoZero"/>
        <c:crossBetween val="midCat"/>
        <c:majorUnit val="0.60000000000000009"/>
      </c:valAx>
      <c:valAx>
        <c:axId val="419653439"/>
        <c:scaling>
          <c:orientation val="minMax"/>
          <c:max val="4.8"/>
          <c:min val="0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Helvetica" panose="020B0604020202020204" pitchFamily="34" charset="0"/>
                    <a:ea typeface="+mn-ea"/>
                    <a:cs typeface="Helvetica" panose="020B0604020202020204" pitchFamily="34" charset="0"/>
                  </a:defRPr>
                </a:pPr>
                <a:r>
                  <a:rPr lang="en-US" altLang="zh-CN" sz="1800" dirty="0">
                    <a:solidFill>
                      <a:schemeClr val="tx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y</a:t>
                </a:r>
                <a:r>
                  <a:rPr lang="en-US" altLang="zh-CN" sz="1800" baseline="0" dirty="0">
                    <a:solidFill>
                      <a:schemeClr val="tx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 (m)</a:t>
                </a:r>
                <a:endParaRPr lang="zh-CN" altLang="en-US" sz="18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c:rich>
          </c:tx>
          <c:layout>
            <c:manualLayout>
              <c:xMode val="edge"/>
              <c:yMode val="edge"/>
              <c:x val="0.14139254226310122"/>
              <c:y val="0.403295271320353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/>
                  </a:solidFill>
                  <a:latin typeface="Helvetica" panose="020B0604020202020204" pitchFamily="34" charset="0"/>
                  <a:ea typeface="+mn-ea"/>
                  <a:cs typeface="Helvetica" panose="020B0604020202020204" pitchFamily="34" charset="0"/>
                </a:defRPr>
              </a:pPr>
              <a:endParaRPr lang="zh-CN" altLang="en-US"/>
            </a:p>
          </c:txPr>
        </c:title>
        <c:numFmt formatCode="#,##0.0_);[Red]\(#,##0.0\)" sourceLinked="0"/>
        <c:majorTickMark val="none"/>
        <c:minorTickMark val="none"/>
        <c:tickLblPos val="nextTo"/>
        <c:spPr>
          <a:noFill/>
          <a:ln w="12700" cap="flat" cmpd="sng" algn="ctr">
            <a:solidFill>
              <a:schemeClr val="tx1"/>
            </a:solidFill>
            <a:prstDash val="lgDash"/>
            <a:round/>
            <a:tailEnd type="stealth" w="lg" len="me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pPr>
            <a:endParaRPr lang="zh-CN"/>
          </a:p>
        </c:txPr>
        <c:crossAx val="419659199"/>
        <c:crossesAt val="0"/>
        <c:crossBetween val="midCat"/>
        <c:majorUnit val="0.8"/>
      </c:valAx>
      <c:spPr>
        <a:noFill/>
        <a:ln>
          <a:noFill/>
          <a:prstDash val="lgDash"/>
        </a:ln>
        <a:effectLst/>
      </c:spPr>
    </c:plotArea>
    <c:legend>
      <c:legendPos val="r"/>
      <c:legendEntry>
        <c:idx val="0"/>
        <c:delete val="1"/>
      </c:legendEntry>
      <c:legendEntry>
        <c:idx val="1"/>
        <c:delete val="1"/>
      </c:legendEntry>
      <c:legendEntry>
        <c:idx val="2"/>
        <c:delete val="1"/>
      </c:legendEntry>
      <c:legendEntry>
        <c:idx val="3"/>
        <c:delete val="1"/>
      </c:legendEntry>
      <c:legendEntry>
        <c:idx val="4"/>
        <c:delete val="1"/>
      </c:legendEntry>
      <c:legendEntry>
        <c:idx val="5"/>
        <c:delete val="1"/>
      </c:legendEntry>
      <c:legendEntry>
        <c:idx val="6"/>
        <c:delete val="1"/>
      </c:legendEntry>
      <c:legendEntry>
        <c:idx val="7"/>
        <c:delete val="1"/>
      </c:legendEntry>
      <c:legendEntry>
        <c:idx val="8"/>
        <c:delete val="1"/>
      </c:legendEntry>
      <c:legendEntry>
        <c:idx val="9"/>
        <c:delete val="1"/>
      </c:legendEntry>
      <c:legendEntry>
        <c:idx val="10"/>
        <c:delete val="1"/>
      </c:legendEntry>
      <c:legendEntry>
        <c:idx val="11"/>
        <c:delete val="1"/>
      </c:legendEntry>
      <c:layout>
        <c:manualLayout>
          <c:xMode val="edge"/>
          <c:yMode val="edge"/>
          <c:x val="0"/>
          <c:y val="5.7819104914420445E-3"/>
          <c:w val="7.9712911402613024E-2"/>
          <c:h val="9.22646840607324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Helvetica" panose="020B0604020202020204" pitchFamily="34" charset="0"/>
              <a:ea typeface="+mn-ea"/>
              <a:cs typeface="Helvetica" panose="020B0604020202020204" pitchFamily="34" charset="0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093" y="0"/>
            <a:ext cx="3077739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DF1088C5-931A-42D2-8AA4-FA289862AAD0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248" y="4925408"/>
            <a:ext cx="568198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108"/>
            <a:ext cx="3077739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093" y="9721108"/>
            <a:ext cx="3077739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AF077E88-3244-4C0E-BEFE-A6A75CD3D1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8377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077E88-3244-4C0E-BEFE-A6A75CD3D1B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8871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913B0-B16B-5B62-2251-5769C5A22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C33FE6D-2F51-AB2F-7FF0-404D9F77CA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EF446AF-0A6B-28DE-4C06-6D6F7F9B51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2A30AE-BE16-36AC-44A7-958E67F377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077E88-3244-4C0E-BEFE-A6A75CD3D1B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445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1464-0EA4-453D-A90B-03B04D244405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0804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1464-0EA4-453D-A90B-03B04D244405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401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1464-0EA4-453D-A90B-03B04D244405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9026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1464-0EA4-453D-A90B-03B04D244405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3359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1464-0EA4-453D-A90B-03B04D244405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5876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1464-0EA4-453D-A90B-03B04D244405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355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1464-0EA4-453D-A90B-03B04D244405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2877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1464-0EA4-453D-A90B-03B04D244405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857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1464-0EA4-453D-A90B-03B04D244405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5072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1464-0EA4-453D-A90B-03B04D244405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001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1464-0EA4-453D-A90B-03B04D244405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3943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AF1464-0EA4-453D-A90B-03B04D244405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61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组合 50">
            <a:extLst>
              <a:ext uri="{FF2B5EF4-FFF2-40B4-BE49-F238E27FC236}">
                <a16:creationId xmlns:a16="http://schemas.microsoft.com/office/drawing/2014/main" id="{CF4D6442-279A-1F66-4C8D-976C1626D541}"/>
              </a:ext>
            </a:extLst>
          </p:cNvPr>
          <p:cNvGrpSpPr/>
          <p:nvPr/>
        </p:nvGrpSpPr>
        <p:grpSpPr>
          <a:xfrm>
            <a:off x="1159290" y="4441202"/>
            <a:ext cx="1252365" cy="1466011"/>
            <a:chOff x="477462" y="5023578"/>
            <a:chExt cx="1252365" cy="1466011"/>
          </a:xfrm>
        </p:grpSpPr>
        <p:sp>
          <p:nvSpPr>
            <p:cNvPr id="34" name="流程图: 汇总连接 33">
              <a:extLst>
                <a:ext uri="{FF2B5EF4-FFF2-40B4-BE49-F238E27FC236}">
                  <a16:creationId xmlns:a16="http://schemas.microsoft.com/office/drawing/2014/main" id="{DAC5D89C-F766-7D0F-FCA2-402D1B167185}"/>
                </a:ext>
              </a:extLst>
            </p:cNvPr>
            <p:cNvSpPr/>
            <p:nvPr/>
          </p:nvSpPr>
          <p:spPr>
            <a:xfrm>
              <a:off x="764580" y="6049510"/>
              <a:ext cx="124085" cy="124085"/>
            </a:xfrm>
            <a:prstGeom prst="flowChartSummingJunction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i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03005AD2-FAEE-A3BD-EACA-A8E9003305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6622" y="5516033"/>
              <a:ext cx="494" cy="52825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E02F4E31-7EA7-6B75-9ACE-39CD2E8DB40E}"/>
                </a:ext>
              </a:extLst>
            </p:cNvPr>
            <p:cNvSpPr txBox="1"/>
            <p:nvPr/>
          </p:nvSpPr>
          <p:spPr>
            <a:xfrm>
              <a:off x="1416921" y="5897900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latin typeface="Helvetica" panose="020B0604020202020204" pitchFamily="34" charset="0"/>
                  <a:cs typeface="Helvetica" panose="020B0604020202020204" pitchFamily="34" charset="0"/>
                </a:rPr>
                <a:t>x</a:t>
              </a:r>
              <a:endParaRPr lang="zh-CN" altLang="en-US" sz="2000" baseline="-250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3B07C5D8-3065-F5BF-3A74-7AD5451EE6AD}"/>
                </a:ext>
              </a:extLst>
            </p:cNvPr>
            <p:cNvSpPr txBox="1"/>
            <p:nvPr/>
          </p:nvSpPr>
          <p:spPr>
            <a:xfrm>
              <a:off x="477462" y="6089479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latin typeface="Helvetica" panose="020B0604020202020204" pitchFamily="34" charset="0"/>
                  <a:cs typeface="Helvetica" panose="020B0604020202020204" pitchFamily="34" charset="0"/>
                </a:rPr>
                <a:t>z</a:t>
              </a:r>
              <a:endParaRPr lang="zh-CN" altLang="en-US" sz="2000" baseline="-250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6995A01D-10ED-5ECA-D010-5A4CCFD2D214}"/>
                </a:ext>
              </a:extLst>
            </p:cNvPr>
            <p:cNvSpPr txBox="1"/>
            <p:nvPr/>
          </p:nvSpPr>
          <p:spPr>
            <a:xfrm>
              <a:off x="666794" y="5023578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latin typeface="Helvetica" panose="020B0604020202020204" pitchFamily="34" charset="0"/>
                  <a:cs typeface="Helvetica" panose="020B0604020202020204" pitchFamily="34" charset="0"/>
                </a:rPr>
                <a:t>y</a:t>
              </a:r>
              <a:endParaRPr lang="zh-CN" altLang="en-US" sz="2000" baseline="-250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153D6D9E-F39D-7579-D71C-9DABD11CE2B1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152546" y="5846739"/>
              <a:ext cx="494" cy="52825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58080A1F-9765-DCA2-CA3E-32533EBD40F1}"/>
              </a:ext>
            </a:extLst>
          </p:cNvPr>
          <p:cNvCxnSpPr>
            <a:cxnSpLocks/>
          </p:cNvCxnSpPr>
          <p:nvPr/>
        </p:nvCxnSpPr>
        <p:spPr>
          <a:xfrm>
            <a:off x="9357702" y="2175998"/>
            <a:ext cx="972245" cy="0"/>
          </a:xfrm>
          <a:prstGeom prst="straightConnector1">
            <a:avLst/>
          </a:prstGeom>
          <a:ln w="12700">
            <a:solidFill>
              <a:srgbClr val="D96558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9042C0EE-CADB-09A5-14D4-ECBC1C764CA6}"/>
              </a:ext>
            </a:extLst>
          </p:cNvPr>
          <p:cNvCxnSpPr>
            <a:cxnSpLocks/>
          </p:cNvCxnSpPr>
          <p:nvPr/>
        </p:nvCxnSpPr>
        <p:spPr>
          <a:xfrm>
            <a:off x="10715895" y="1464222"/>
            <a:ext cx="0" cy="3887998"/>
          </a:xfrm>
          <a:prstGeom prst="straightConnector1">
            <a:avLst/>
          </a:prstGeom>
          <a:ln w="19050">
            <a:solidFill>
              <a:srgbClr val="692F7C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文本框 116">
            <a:extLst>
              <a:ext uri="{FF2B5EF4-FFF2-40B4-BE49-F238E27FC236}">
                <a16:creationId xmlns:a16="http://schemas.microsoft.com/office/drawing/2014/main" id="{076286FC-4A81-CCDC-EDDC-6A5438AA0DE1}"/>
              </a:ext>
            </a:extLst>
          </p:cNvPr>
          <p:cNvSpPr txBox="1"/>
          <p:nvPr/>
        </p:nvSpPr>
        <p:spPr>
          <a:xfrm>
            <a:off x="10331675" y="3238944"/>
            <a:ext cx="813043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692F7C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4.80 m</a:t>
            </a:r>
            <a:endParaRPr lang="zh-CN" altLang="en-US" sz="1600" baseline="-25000" dirty="0">
              <a:solidFill>
                <a:srgbClr val="692F7C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6DFE06E0-995C-4068-A809-66F653A6E67E}"/>
              </a:ext>
            </a:extLst>
          </p:cNvPr>
          <p:cNvCxnSpPr>
            <a:cxnSpLocks/>
          </p:cNvCxnSpPr>
          <p:nvPr/>
        </p:nvCxnSpPr>
        <p:spPr>
          <a:xfrm>
            <a:off x="3524238" y="1189054"/>
            <a:ext cx="6803242" cy="0"/>
          </a:xfrm>
          <a:prstGeom prst="straightConnector1">
            <a:avLst/>
          </a:prstGeom>
          <a:ln w="19050">
            <a:solidFill>
              <a:srgbClr val="692F7C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文本框 105">
            <a:extLst>
              <a:ext uri="{FF2B5EF4-FFF2-40B4-BE49-F238E27FC236}">
                <a16:creationId xmlns:a16="http://schemas.microsoft.com/office/drawing/2014/main" id="{7CD7D3ED-91AC-3828-FD63-B770D15ABCE1}"/>
              </a:ext>
            </a:extLst>
          </p:cNvPr>
          <p:cNvSpPr txBox="1"/>
          <p:nvPr/>
        </p:nvSpPr>
        <p:spPr>
          <a:xfrm>
            <a:off x="6703267" y="1019777"/>
            <a:ext cx="813043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692F7C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8.40 m</a:t>
            </a:r>
            <a:endParaRPr lang="zh-CN" altLang="en-US" sz="1600" baseline="-25000" dirty="0">
              <a:solidFill>
                <a:srgbClr val="692F7C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C9275A5-2535-6F2D-67E9-ADB51B7DA3D0}"/>
              </a:ext>
            </a:extLst>
          </p:cNvPr>
          <p:cNvSpPr/>
          <p:nvPr/>
        </p:nvSpPr>
        <p:spPr>
          <a:xfrm>
            <a:off x="9357704" y="1464222"/>
            <a:ext cx="972245" cy="1458000"/>
          </a:xfrm>
          <a:prstGeom prst="rect">
            <a:avLst/>
          </a:prstGeom>
          <a:noFill/>
          <a:ln w="19050">
            <a:solidFill>
              <a:srgbClr val="D965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2E6F187-1BCB-4791-5DE8-FFFDE759331C}"/>
              </a:ext>
            </a:extLst>
          </p:cNvPr>
          <p:cNvSpPr/>
          <p:nvPr/>
        </p:nvSpPr>
        <p:spPr>
          <a:xfrm>
            <a:off x="8384150" y="1464222"/>
            <a:ext cx="972245" cy="1458000"/>
          </a:xfrm>
          <a:prstGeom prst="rect">
            <a:avLst/>
          </a:prstGeom>
          <a:noFill/>
          <a:ln w="19050">
            <a:solidFill>
              <a:srgbClr val="D965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141F771-028A-52A9-140C-32B2CB578395}"/>
              </a:ext>
            </a:extLst>
          </p:cNvPr>
          <p:cNvSpPr/>
          <p:nvPr/>
        </p:nvSpPr>
        <p:spPr>
          <a:xfrm>
            <a:off x="7411913" y="1464222"/>
            <a:ext cx="972245" cy="1458000"/>
          </a:xfrm>
          <a:prstGeom prst="rect">
            <a:avLst/>
          </a:prstGeom>
          <a:noFill/>
          <a:ln w="19050">
            <a:solidFill>
              <a:srgbClr val="D965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894A62-40AC-3DB5-2D3B-89D6B68B1DE4}"/>
              </a:ext>
            </a:extLst>
          </p:cNvPr>
          <p:cNvSpPr/>
          <p:nvPr/>
        </p:nvSpPr>
        <p:spPr>
          <a:xfrm>
            <a:off x="6439672" y="1464222"/>
            <a:ext cx="972245" cy="1458000"/>
          </a:xfrm>
          <a:prstGeom prst="rect">
            <a:avLst/>
          </a:prstGeom>
          <a:noFill/>
          <a:ln w="19050">
            <a:solidFill>
              <a:srgbClr val="D965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0E6C4F-6318-CAA3-A057-C2EE496ED0C3}"/>
              </a:ext>
            </a:extLst>
          </p:cNvPr>
          <p:cNvSpPr/>
          <p:nvPr/>
        </p:nvSpPr>
        <p:spPr>
          <a:xfrm>
            <a:off x="5467431" y="1464222"/>
            <a:ext cx="972245" cy="1458000"/>
          </a:xfrm>
          <a:prstGeom prst="rect">
            <a:avLst/>
          </a:prstGeom>
          <a:noFill/>
          <a:ln w="19050">
            <a:solidFill>
              <a:srgbClr val="D965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8F60072-A859-99AE-3F9E-CCE49529D4B6}"/>
              </a:ext>
            </a:extLst>
          </p:cNvPr>
          <p:cNvSpPr/>
          <p:nvPr/>
        </p:nvSpPr>
        <p:spPr>
          <a:xfrm>
            <a:off x="4495190" y="1464222"/>
            <a:ext cx="972245" cy="1458000"/>
          </a:xfrm>
          <a:prstGeom prst="rect">
            <a:avLst/>
          </a:prstGeom>
          <a:noFill/>
          <a:ln w="19050">
            <a:solidFill>
              <a:srgbClr val="D965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0274BB4-BC49-B77D-FE97-E6C0397D62B0}"/>
              </a:ext>
            </a:extLst>
          </p:cNvPr>
          <p:cNvSpPr/>
          <p:nvPr/>
        </p:nvSpPr>
        <p:spPr>
          <a:xfrm>
            <a:off x="9357705" y="2922222"/>
            <a:ext cx="972245" cy="1458000"/>
          </a:xfrm>
          <a:prstGeom prst="rect">
            <a:avLst/>
          </a:prstGeom>
          <a:noFill/>
          <a:ln w="19050">
            <a:solidFill>
              <a:srgbClr val="D965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30FA24B-AB9D-3C2D-21A4-B24B372EBF1F}"/>
              </a:ext>
            </a:extLst>
          </p:cNvPr>
          <p:cNvSpPr/>
          <p:nvPr/>
        </p:nvSpPr>
        <p:spPr>
          <a:xfrm>
            <a:off x="8385460" y="2922222"/>
            <a:ext cx="972245" cy="1458000"/>
          </a:xfrm>
          <a:prstGeom prst="rect">
            <a:avLst/>
          </a:prstGeom>
          <a:noFill/>
          <a:ln w="19050">
            <a:solidFill>
              <a:srgbClr val="D965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CA7663E-BB68-F410-6926-339F2569AF89}"/>
              </a:ext>
            </a:extLst>
          </p:cNvPr>
          <p:cNvSpPr/>
          <p:nvPr/>
        </p:nvSpPr>
        <p:spPr>
          <a:xfrm>
            <a:off x="7413216" y="2922222"/>
            <a:ext cx="972245" cy="1458000"/>
          </a:xfrm>
          <a:prstGeom prst="rect">
            <a:avLst/>
          </a:prstGeom>
          <a:noFill/>
          <a:ln w="19050">
            <a:solidFill>
              <a:srgbClr val="D965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A5BE35D-EE19-8DE3-ADED-F656B5BD189D}"/>
              </a:ext>
            </a:extLst>
          </p:cNvPr>
          <p:cNvSpPr/>
          <p:nvPr/>
        </p:nvSpPr>
        <p:spPr>
          <a:xfrm>
            <a:off x="6440972" y="2922222"/>
            <a:ext cx="972245" cy="1458000"/>
          </a:xfrm>
          <a:prstGeom prst="rect">
            <a:avLst/>
          </a:prstGeom>
          <a:noFill/>
          <a:ln w="19050">
            <a:solidFill>
              <a:srgbClr val="D965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9057F11-740F-B258-587C-019F31519238}"/>
              </a:ext>
            </a:extLst>
          </p:cNvPr>
          <p:cNvSpPr/>
          <p:nvPr/>
        </p:nvSpPr>
        <p:spPr>
          <a:xfrm>
            <a:off x="5468727" y="2922222"/>
            <a:ext cx="972245" cy="1458000"/>
          </a:xfrm>
          <a:prstGeom prst="rect">
            <a:avLst/>
          </a:prstGeom>
          <a:noFill/>
          <a:ln w="19050">
            <a:solidFill>
              <a:srgbClr val="D965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81E828C-8A6C-BDD0-AC7B-5F78BE7372ED}"/>
              </a:ext>
            </a:extLst>
          </p:cNvPr>
          <p:cNvSpPr/>
          <p:nvPr/>
        </p:nvSpPr>
        <p:spPr>
          <a:xfrm>
            <a:off x="4496484" y="2922222"/>
            <a:ext cx="972245" cy="1458000"/>
          </a:xfrm>
          <a:prstGeom prst="rect">
            <a:avLst/>
          </a:prstGeom>
          <a:noFill/>
          <a:ln w="19050">
            <a:solidFill>
              <a:srgbClr val="D965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26E059C-381F-E918-4E56-098CCB6CF11E}"/>
              </a:ext>
            </a:extLst>
          </p:cNvPr>
          <p:cNvSpPr/>
          <p:nvPr/>
        </p:nvSpPr>
        <p:spPr>
          <a:xfrm>
            <a:off x="3522949" y="2922222"/>
            <a:ext cx="972245" cy="1458000"/>
          </a:xfrm>
          <a:prstGeom prst="rect">
            <a:avLst/>
          </a:prstGeom>
          <a:noFill/>
          <a:ln w="19050">
            <a:solidFill>
              <a:srgbClr val="D965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C2395E9-1B91-3FE8-060C-A52323E240B5}"/>
              </a:ext>
            </a:extLst>
          </p:cNvPr>
          <p:cNvSpPr/>
          <p:nvPr/>
        </p:nvSpPr>
        <p:spPr>
          <a:xfrm rot="5400000">
            <a:off x="9114873" y="4137220"/>
            <a:ext cx="972000" cy="1458000"/>
          </a:xfrm>
          <a:prstGeom prst="rect">
            <a:avLst/>
          </a:prstGeom>
          <a:noFill/>
          <a:ln w="19050">
            <a:solidFill>
              <a:srgbClr val="D965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6482BBB-5F1C-9761-79F4-A4BC3EBC390B}"/>
              </a:ext>
            </a:extLst>
          </p:cNvPr>
          <p:cNvSpPr/>
          <p:nvPr/>
        </p:nvSpPr>
        <p:spPr>
          <a:xfrm rot="5400000">
            <a:off x="7656399" y="4137222"/>
            <a:ext cx="972000" cy="1458000"/>
          </a:xfrm>
          <a:prstGeom prst="rect">
            <a:avLst/>
          </a:prstGeom>
          <a:noFill/>
          <a:ln w="19050">
            <a:solidFill>
              <a:srgbClr val="D965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883B023-53CF-6828-3169-57B6F6FDF081}"/>
              </a:ext>
            </a:extLst>
          </p:cNvPr>
          <p:cNvSpPr/>
          <p:nvPr/>
        </p:nvSpPr>
        <p:spPr>
          <a:xfrm rot="5400000">
            <a:off x="6197849" y="4137222"/>
            <a:ext cx="972000" cy="1458000"/>
          </a:xfrm>
          <a:prstGeom prst="rect">
            <a:avLst/>
          </a:prstGeom>
          <a:noFill/>
          <a:ln w="19050">
            <a:solidFill>
              <a:srgbClr val="D965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B09735E-1D0B-D0B2-7E6F-FB2530423FE9}"/>
              </a:ext>
            </a:extLst>
          </p:cNvPr>
          <p:cNvSpPr/>
          <p:nvPr/>
        </p:nvSpPr>
        <p:spPr>
          <a:xfrm rot="5400000">
            <a:off x="4739849" y="4137222"/>
            <a:ext cx="972000" cy="1458000"/>
          </a:xfrm>
          <a:prstGeom prst="rect">
            <a:avLst/>
          </a:prstGeom>
          <a:noFill/>
          <a:ln w="19050">
            <a:solidFill>
              <a:srgbClr val="D965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26681A8-BA49-E5FE-E98F-F9F8C6A4E824}"/>
              </a:ext>
            </a:extLst>
          </p:cNvPr>
          <p:cNvSpPr/>
          <p:nvPr/>
        </p:nvSpPr>
        <p:spPr>
          <a:xfrm rot="10800000">
            <a:off x="3522661" y="4380222"/>
            <a:ext cx="972000" cy="1458000"/>
          </a:xfrm>
          <a:prstGeom prst="rect">
            <a:avLst/>
          </a:prstGeom>
          <a:noFill/>
          <a:ln w="19050">
            <a:solidFill>
              <a:srgbClr val="D965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632803E5-D635-0852-DFD8-0D3CD477435D}"/>
              </a:ext>
            </a:extLst>
          </p:cNvPr>
          <p:cNvCxnSpPr>
            <a:cxnSpLocks/>
            <a:stCxn id="13" idx="0"/>
            <a:endCxn id="13" idx="2"/>
          </p:cNvCxnSpPr>
          <p:nvPr/>
        </p:nvCxnSpPr>
        <p:spPr>
          <a:xfrm>
            <a:off x="9843828" y="2922222"/>
            <a:ext cx="0" cy="1458000"/>
          </a:xfrm>
          <a:prstGeom prst="straightConnector1">
            <a:avLst/>
          </a:prstGeom>
          <a:ln w="12700">
            <a:solidFill>
              <a:srgbClr val="D96558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6D4E2EF8-669F-A13E-E82A-4D6C82A96856}"/>
              </a:ext>
            </a:extLst>
          </p:cNvPr>
          <p:cNvSpPr txBox="1"/>
          <p:nvPr/>
        </p:nvSpPr>
        <p:spPr>
          <a:xfrm>
            <a:off x="9437304" y="3481944"/>
            <a:ext cx="813043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D96558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1.80 m</a:t>
            </a:r>
            <a:endParaRPr lang="zh-CN" altLang="en-US" sz="1600" baseline="-25000" dirty="0">
              <a:solidFill>
                <a:srgbClr val="D96558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AC3E0CCD-375A-AF72-CE87-0F13F7941500}"/>
              </a:ext>
            </a:extLst>
          </p:cNvPr>
          <p:cNvSpPr txBox="1"/>
          <p:nvPr/>
        </p:nvSpPr>
        <p:spPr>
          <a:xfrm>
            <a:off x="9420123" y="1837446"/>
            <a:ext cx="847401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D96558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1.20 m</a:t>
            </a:r>
            <a:endParaRPr lang="zh-CN" altLang="en-US" sz="1600" baseline="-25000" dirty="0">
              <a:solidFill>
                <a:srgbClr val="D96558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20" name="直接连接符 119">
            <a:extLst>
              <a:ext uri="{FF2B5EF4-FFF2-40B4-BE49-F238E27FC236}">
                <a16:creationId xmlns:a16="http://schemas.microsoft.com/office/drawing/2014/main" id="{457877DB-DC3E-EE3F-C769-B0592D9ECA39}"/>
              </a:ext>
            </a:extLst>
          </p:cNvPr>
          <p:cNvCxnSpPr>
            <a:cxnSpLocks/>
          </p:cNvCxnSpPr>
          <p:nvPr/>
        </p:nvCxnSpPr>
        <p:spPr>
          <a:xfrm flipH="1">
            <a:off x="10431284" y="5352220"/>
            <a:ext cx="579124" cy="0"/>
          </a:xfrm>
          <a:prstGeom prst="line">
            <a:avLst/>
          </a:prstGeom>
          <a:ln w="19050">
            <a:solidFill>
              <a:srgbClr val="692F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直接连接符 121">
            <a:extLst>
              <a:ext uri="{FF2B5EF4-FFF2-40B4-BE49-F238E27FC236}">
                <a16:creationId xmlns:a16="http://schemas.microsoft.com/office/drawing/2014/main" id="{92FBC2CE-D479-7095-DF70-42429BBA047F}"/>
              </a:ext>
            </a:extLst>
          </p:cNvPr>
          <p:cNvCxnSpPr>
            <a:cxnSpLocks/>
          </p:cNvCxnSpPr>
          <p:nvPr/>
        </p:nvCxnSpPr>
        <p:spPr>
          <a:xfrm>
            <a:off x="10327480" y="1019777"/>
            <a:ext cx="0" cy="338554"/>
          </a:xfrm>
          <a:prstGeom prst="line">
            <a:avLst/>
          </a:prstGeom>
          <a:ln w="19050">
            <a:solidFill>
              <a:srgbClr val="692F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>
            <a:extLst>
              <a:ext uri="{FF2B5EF4-FFF2-40B4-BE49-F238E27FC236}">
                <a16:creationId xmlns:a16="http://schemas.microsoft.com/office/drawing/2014/main" id="{FBDD178E-1E33-3C34-0998-888BA31F4CAC}"/>
              </a:ext>
            </a:extLst>
          </p:cNvPr>
          <p:cNvCxnSpPr>
            <a:cxnSpLocks/>
          </p:cNvCxnSpPr>
          <p:nvPr/>
        </p:nvCxnSpPr>
        <p:spPr>
          <a:xfrm flipH="1">
            <a:off x="10431284" y="1464222"/>
            <a:ext cx="579124" cy="0"/>
          </a:xfrm>
          <a:prstGeom prst="line">
            <a:avLst/>
          </a:prstGeom>
          <a:ln w="19050">
            <a:solidFill>
              <a:srgbClr val="692F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直接连接符 125">
            <a:extLst>
              <a:ext uri="{FF2B5EF4-FFF2-40B4-BE49-F238E27FC236}">
                <a16:creationId xmlns:a16="http://schemas.microsoft.com/office/drawing/2014/main" id="{D29CC4EF-1A19-A5F1-A7DC-689DDB175889}"/>
              </a:ext>
            </a:extLst>
          </p:cNvPr>
          <p:cNvCxnSpPr>
            <a:cxnSpLocks/>
          </p:cNvCxnSpPr>
          <p:nvPr/>
        </p:nvCxnSpPr>
        <p:spPr>
          <a:xfrm>
            <a:off x="3524238" y="1019777"/>
            <a:ext cx="0" cy="338554"/>
          </a:xfrm>
          <a:prstGeom prst="line">
            <a:avLst/>
          </a:prstGeom>
          <a:ln w="19050">
            <a:solidFill>
              <a:srgbClr val="692F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EF59C657-5F5A-2F68-789F-C0AD9E28364C}"/>
              </a:ext>
            </a:extLst>
          </p:cNvPr>
          <p:cNvSpPr/>
          <p:nvPr/>
        </p:nvSpPr>
        <p:spPr>
          <a:xfrm>
            <a:off x="3524235" y="1464222"/>
            <a:ext cx="972245" cy="1458000"/>
          </a:xfrm>
          <a:prstGeom prst="rect">
            <a:avLst/>
          </a:prstGeom>
          <a:noFill/>
          <a:ln w="19050">
            <a:solidFill>
              <a:srgbClr val="D965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2A24D53C-EA98-C10B-A6A5-0BB7FAAA8ADF}"/>
              </a:ext>
            </a:extLst>
          </p:cNvPr>
          <p:cNvSpPr/>
          <p:nvPr/>
        </p:nvSpPr>
        <p:spPr>
          <a:xfrm>
            <a:off x="3523723" y="1464222"/>
            <a:ext cx="6809875" cy="3887996"/>
          </a:xfrm>
          <a:prstGeom prst="rect">
            <a:avLst/>
          </a:prstGeom>
          <a:noFill/>
          <a:ln w="28575">
            <a:solidFill>
              <a:srgbClr val="692F7C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4972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BF43A-627C-EDA6-2D19-3F5880A27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6AE8C16B-C4DD-D435-FDBD-C0BA7ABFF70C}"/>
              </a:ext>
            </a:extLst>
          </p:cNvPr>
          <p:cNvGrpSpPr/>
          <p:nvPr/>
        </p:nvGrpSpPr>
        <p:grpSpPr>
          <a:xfrm>
            <a:off x="3765554" y="1310656"/>
            <a:ext cx="6807289" cy="4374000"/>
            <a:chOff x="3522661" y="1464222"/>
            <a:chExt cx="6807289" cy="4374000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3CAAAD34-FE6A-B9E4-A70D-F37D84D74315}"/>
                </a:ext>
              </a:extLst>
            </p:cNvPr>
            <p:cNvSpPr/>
            <p:nvPr/>
          </p:nvSpPr>
          <p:spPr>
            <a:xfrm>
              <a:off x="9357704" y="1464222"/>
              <a:ext cx="972245" cy="1458000"/>
            </a:xfrm>
            <a:prstGeom prst="rect">
              <a:avLst/>
            </a:prstGeom>
            <a:noFill/>
            <a:ln w="19050">
              <a:solidFill>
                <a:srgbClr val="D965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C548E602-2A6A-1583-7E9D-68E8927BFAAB}"/>
                </a:ext>
              </a:extLst>
            </p:cNvPr>
            <p:cNvSpPr/>
            <p:nvPr/>
          </p:nvSpPr>
          <p:spPr>
            <a:xfrm>
              <a:off x="8384150" y="1464222"/>
              <a:ext cx="972245" cy="1458000"/>
            </a:xfrm>
            <a:prstGeom prst="rect">
              <a:avLst/>
            </a:prstGeom>
            <a:noFill/>
            <a:ln w="19050">
              <a:solidFill>
                <a:srgbClr val="D965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FB01EF7E-AF13-A8A1-E930-32F21072984C}"/>
                </a:ext>
              </a:extLst>
            </p:cNvPr>
            <p:cNvSpPr/>
            <p:nvPr/>
          </p:nvSpPr>
          <p:spPr>
            <a:xfrm>
              <a:off x="7411913" y="1464222"/>
              <a:ext cx="972245" cy="1458000"/>
            </a:xfrm>
            <a:prstGeom prst="rect">
              <a:avLst/>
            </a:prstGeom>
            <a:noFill/>
            <a:ln w="19050">
              <a:solidFill>
                <a:srgbClr val="D965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F7A0164A-455E-1448-122A-E94EE8457AA1}"/>
                </a:ext>
              </a:extLst>
            </p:cNvPr>
            <p:cNvSpPr/>
            <p:nvPr/>
          </p:nvSpPr>
          <p:spPr>
            <a:xfrm>
              <a:off x="6439672" y="1464222"/>
              <a:ext cx="972245" cy="1458000"/>
            </a:xfrm>
            <a:prstGeom prst="rect">
              <a:avLst/>
            </a:prstGeom>
            <a:noFill/>
            <a:ln w="19050">
              <a:solidFill>
                <a:srgbClr val="D965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7E3B4E7-49ED-F580-3335-31EE451F6996}"/>
                </a:ext>
              </a:extLst>
            </p:cNvPr>
            <p:cNvSpPr/>
            <p:nvPr/>
          </p:nvSpPr>
          <p:spPr>
            <a:xfrm>
              <a:off x="5467431" y="1464222"/>
              <a:ext cx="972245" cy="1458000"/>
            </a:xfrm>
            <a:prstGeom prst="rect">
              <a:avLst/>
            </a:prstGeom>
            <a:noFill/>
            <a:ln w="19050">
              <a:solidFill>
                <a:srgbClr val="D965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DD9FACA-F8AE-3042-D0EA-572F51C160F5}"/>
                </a:ext>
              </a:extLst>
            </p:cNvPr>
            <p:cNvSpPr/>
            <p:nvPr/>
          </p:nvSpPr>
          <p:spPr>
            <a:xfrm>
              <a:off x="4495190" y="1464222"/>
              <a:ext cx="972245" cy="1458000"/>
            </a:xfrm>
            <a:prstGeom prst="rect">
              <a:avLst/>
            </a:prstGeom>
            <a:noFill/>
            <a:ln w="19050">
              <a:solidFill>
                <a:srgbClr val="D965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DED7651-D8FD-EEE2-B115-AA1AA02C3DD0}"/>
                </a:ext>
              </a:extLst>
            </p:cNvPr>
            <p:cNvSpPr/>
            <p:nvPr/>
          </p:nvSpPr>
          <p:spPr>
            <a:xfrm>
              <a:off x="9357705" y="2922222"/>
              <a:ext cx="972245" cy="1458000"/>
            </a:xfrm>
            <a:prstGeom prst="rect">
              <a:avLst/>
            </a:prstGeom>
            <a:noFill/>
            <a:ln w="19050">
              <a:solidFill>
                <a:srgbClr val="D965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48BABCF4-CF0F-B5B2-DC0A-3254C7737B40}"/>
                </a:ext>
              </a:extLst>
            </p:cNvPr>
            <p:cNvSpPr/>
            <p:nvPr/>
          </p:nvSpPr>
          <p:spPr>
            <a:xfrm>
              <a:off x="8385460" y="2922222"/>
              <a:ext cx="972245" cy="1458000"/>
            </a:xfrm>
            <a:prstGeom prst="rect">
              <a:avLst/>
            </a:prstGeom>
            <a:noFill/>
            <a:ln w="19050">
              <a:solidFill>
                <a:srgbClr val="D965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74E17905-0679-7A2C-AAA5-E015F3CB0F98}"/>
                </a:ext>
              </a:extLst>
            </p:cNvPr>
            <p:cNvSpPr/>
            <p:nvPr/>
          </p:nvSpPr>
          <p:spPr>
            <a:xfrm>
              <a:off x="7413216" y="2922222"/>
              <a:ext cx="972245" cy="1458000"/>
            </a:xfrm>
            <a:prstGeom prst="rect">
              <a:avLst/>
            </a:prstGeom>
            <a:noFill/>
            <a:ln w="19050">
              <a:solidFill>
                <a:srgbClr val="D965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AC4DF19-27EB-E32F-C04C-F1E56E98D9A4}"/>
                </a:ext>
              </a:extLst>
            </p:cNvPr>
            <p:cNvSpPr/>
            <p:nvPr/>
          </p:nvSpPr>
          <p:spPr>
            <a:xfrm>
              <a:off x="6440972" y="2922222"/>
              <a:ext cx="972245" cy="1458000"/>
            </a:xfrm>
            <a:prstGeom prst="rect">
              <a:avLst/>
            </a:prstGeom>
            <a:noFill/>
            <a:ln w="19050">
              <a:solidFill>
                <a:srgbClr val="D965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89D52C81-7FBB-DAD4-C052-CB3241FA0889}"/>
                </a:ext>
              </a:extLst>
            </p:cNvPr>
            <p:cNvSpPr/>
            <p:nvPr/>
          </p:nvSpPr>
          <p:spPr>
            <a:xfrm>
              <a:off x="5468727" y="2922222"/>
              <a:ext cx="972245" cy="1458000"/>
            </a:xfrm>
            <a:prstGeom prst="rect">
              <a:avLst/>
            </a:prstGeom>
            <a:noFill/>
            <a:ln w="19050">
              <a:solidFill>
                <a:srgbClr val="D965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5A062692-E179-B8A5-228C-23FE0BDFB162}"/>
                </a:ext>
              </a:extLst>
            </p:cNvPr>
            <p:cNvSpPr/>
            <p:nvPr/>
          </p:nvSpPr>
          <p:spPr>
            <a:xfrm>
              <a:off x="4496484" y="2922222"/>
              <a:ext cx="972245" cy="1458000"/>
            </a:xfrm>
            <a:prstGeom prst="rect">
              <a:avLst/>
            </a:prstGeom>
            <a:noFill/>
            <a:ln w="19050">
              <a:solidFill>
                <a:srgbClr val="D965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15DFDB1C-5DE5-CD5A-338C-A6FBAC1E5E83}"/>
                </a:ext>
              </a:extLst>
            </p:cNvPr>
            <p:cNvSpPr/>
            <p:nvPr/>
          </p:nvSpPr>
          <p:spPr>
            <a:xfrm>
              <a:off x="3522949" y="2922222"/>
              <a:ext cx="972245" cy="1458000"/>
            </a:xfrm>
            <a:prstGeom prst="rect">
              <a:avLst/>
            </a:prstGeom>
            <a:noFill/>
            <a:ln w="19050">
              <a:solidFill>
                <a:srgbClr val="D965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D44DBE1A-2A81-E141-6728-FE55B0D15134}"/>
                </a:ext>
              </a:extLst>
            </p:cNvPr>
            <p:cNvSpPr/>
            <p:nvPr/>
          </p:nvSpPr>
          <p:spPr>
            <a:xfrm rot="5400000">
              <a:off x="9114873" y="4137220"/>
              <a:ext cx="972000" cy="1458000"/>
            </a:xfrm>
            <a:prstGeom prst="rect">
              <a:avLst/>
            </a:prstGeom>
            <a:noFill/>
            <a:ln w="19050">
              <a:solidFill>
                <a:srgbClr val="D965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EEC0F835-E324-7C6C-4465-86A0A717FBEE}"/>
                </a:ext>
              </a:extLst>
            </p:cNvPr>
            <p:cNvSpPr/>
            <p:nvPr/>
          </p:nvSpPr>
          <p:spPr>
            <a:xfrm rot="5400000">
              <a:off x="7656399" y="4137222"/>
              <a:ext cx="972000" cy="1458000"/>
            </a:xfrm>
            <a:prstGeom prst="rect">
              <a:avLst/>
            </a:prstGeom>
            <a:noFill/>
            <a:ln w="19050">
              <a:solidFill>
                <a:srgbClr val="D965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64E9A49E-9BD9-A46C-D061-40972B456322}"/>
                </a:ext>
              </a:extLst>
            </p:cNvPr>
            <p:cNvSpPr/>
            <p:nvPr/>
          </p:nvSpPr>
          <p:spPr>
            <a:xfrm rot="5400000">
              <a:off x="6197849" y="4137222"/>
              <a:ext cx="972000" cy="1458000"/>
            </a:xfrm>
            <a:prstGeom prst="rect">
              <a:avLst/>
            </a:prstGeom>
            <a:noFill/>
            <a:ln w="19050">
              <a:solidFill>
                <a:srgbClr val="D965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6D9EC491-1221-ABD6-6396-FBA0A463248E}"/>
                </a:ext>
              </a:extLst>
            </p:cNvPr>
            <p:cNvSpPr/>
            <p:nvPr/>
          </p:nvSpPr>
          <p:spPr>
            <a:xfrm rot="5400000">
              <a:off x="4739849" y="4137222"/>
              <a:ext cx="972000" cy="1458000"/>
            </a:xfrm>
            <a:prstGeom prst="rect">
              <a:avLst/>
            </a:prstGeom>
            <a:noFill/>
            <a:ln w="19050">
              <a:solidFill>
                <a:srgbClr val="D965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5A6511E9-5434-09B0-2D38-E5ECF5BDE7A7}"/>
                </a:ext>
              </a:extLst>
            </p:cNvPr>
            <p:cNvSpPr/>
            <p:nvPr/>
          </p:nvSpPr>
          <p:spPr>
            <a:xfrm rot="10800000">
              <a:off x="3522661" y="4380222"/>
              <a:ext cx="972000" cy="1458000"/>
            </a:xfrm>
            <a:prstGeom prst="rect">
              <a:avLst/>
            </a:prstGeom>
            <a:noFill/>
            <a:ln w="19050">
              <a:solidFill>
                <a:srgbClr val="D965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23D685B3-8C6D-E214-DC0C-B2D8B8ED70BA}"/>
                </a:ext>
              </a:extLst>
            </p:cNvPr>
            <p:cNvSpPr/>
            <p:nvPr/>
          </p:nvSpPr>
          <p:spPr>
            <a:xfrm>
              <a:off x="3524235" y="1464222"/>
              <a:ext cx="972245" cy="1458000"/>
            </a:xfrm>
            <a:prstGeom prst="rect">
              <a:avLst/>
            </a:prstGeom>
            <a:noFill/>
            <a:ln w="19050">
              <a:solidFill>
                <a:srgbClr val="D965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2" name="图表 11">
            <a:extLst>
              <a:ext uri="{FF2B5EF4-FFF2-40B4-BE49-F238E27FC236}">
                <a16:creationId xmlns:a16="http://schemas.microsoft.com/office/drawing/2014/main" id="{6A77711E-A40C-59C7-E1AE-CC6963F911B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7462940"/>
              </p:ext>
            </p:extLst>
          </p:nvPr>
        </p:nvGraphicFramePr>
        <p:xfrm>
          <a:off x="1450110" y="1165117"/>
          <a:ext cx="9374667" cy="46688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矩形 21">
            <a:extLst>
              <a:ext uri="{FF2B5EF4-FFF2-40B4-BE49-F238E27FC236}">
                <a16:creationId xmlns:a16="http://schemas.microsoft.com/office/drawing/2014/main" id="{DC080539-6769-654F-0AB2-41C044030B21}"/>
              </a:ext>
            </a:extLst>
          </p:cNvPr>
          <p:cNvSpPr/>
          <p:nvPr/>
        </p:nvSpPr>
        <p:spPr>
          <a:xfrm>
            <a:off x="1662045" y="1310656"/>
            <a:ext cx="720001" cy="203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5DD7E1A-3AFE-89F1-8750-632571690AB1}"/>
              </a:ext>
            </a:extLst>
          </p:cNvPr>
          <p:cNvSpPr txBox="1"/>
          <p:nvPr/>
        </p:nvSpPr>
        <p:spPr>
          <a:xfrm>
            <a:off x="1751013" y="1231787"/>
            <a:ext cx="13608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Helvetica" panose="020B0604020202020204" pitchFamily="34" charset="0"/>
                <a:cs typeface="Helvetica" panose="020B0604020202020204" pitchFamily="34" charset="0"/>
              </a:rPr>
              <a:t>sample point</a:t>
            </a:r>
            <a:endParaRPr lang="zh-CN" altLang="en-U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5D41095-A693-E3AE-A84C-B804E5A12ABE}"/>
              </a:ext>
            </a:extLst>
          </p:cNvPr>
          <p:cNvGrpSpPr/>
          <p:nvPr/>
        </p:nvGrpSpPr>
        <p:grpSpPr>
          <a:xfrm>
            <a:off x="1776892" y="4314821"/>
            <a:ext cx="1252365" cy="1466011"/>
            <a:chOff x="477462" y="5023578"/>
            <a:chExt cx="1252365" cy="1466011"/>
          </a:xfrm>
        </p:grpSpPr>
        <p:sp>
          <p:nvSpPr>
            <p:cNvPr id="11" name="流程图: 汇总连接 10">
              <a:extLst>
                <a:ext uri="{FF2B5EF4-FFF2-40B4-BE49-F238E27FC236}">
                  <a16:creationId xmlns:a16="http://schemas.microsoft.com/office/drawing/2014/main" id="{82DD2601-D50C-6F6F-2DCC-4A5EF109FDE0}"/>
                </a:ext>
              </a:extLst>
            </p:cNvPr>
            <p:cNvSpPr/>
            <p:nvPr/>
          </p:nvSpPr>
          <p:spPr>
            <a:xfrm>
              <a:off x="764580" y="6049510"/>
              <a:ext cx="124085" cy="124085"/>
            </a:xfrm>
            <a:prstGeom prst="flowChartSummingJunction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i="1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FE813F94-6C03-32EA-B737-B589BC228B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6622" y="5516033"/>
              <a:ext cx="494" cy="52825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B793CD5-53F0-EE6C-2511-3C35DA442EF0}"/>
                </a:ext>
              </a:extLst>
            </p:cNvPr>
            <p:cNvSpPr txBox="1"/>
            <p:nvPr/>
          </p:nvSpPr>
          <p:spPr>
            <a:xfrm>
              <a:off x="1416921" y="5897900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latin typeface="Helvetica" panose="020B0604020202020204" pitchFamily="34" charset="0"/>
                  <a:cs typeface="Helvetica" panose="020B0604020202020204" pitchFamily="34" charset="0"/>
                </a:rPr>
                <a:t>x</a:t>
              </a:r>
              <a:endParaRPr lang="zh-CN" altLang="en-US" sz="2000" baseline="-250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F5539EFD-AE04-2672-2FA1-5FCC93F3BDE8}"/>
                </a:ext>
              </a:extLst>
            </p:cNvPr>
            <p:cNvSpPr txBox="1"/>
            <p:nvPr/>
          </p:nvSpPr>
          <p:spPr>
            <a:xfrm>
              <a:off x="477462" y="6089479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latin typeface="Helvetica" panose="020B0604020202020204" pitchFamily="34" charset="0"/>
                  <a:cs typeface="Helvetica" panose="020B0604020202020204" pitchFamily="34" charset="0"/>
                </a:rPr>
                <a:t>z</a:t>
              </a:r>
              <a:endParaRPr lang="zh-CN" altLang="en-US" sz="2000" baseline="-250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1E2807BA-A4DE-88A2-5070-386EEFA75F86}"/>
                </a:ext>
              </a:extLst>
            </p:cNvPr>
            <p:cNvSpPr txBox="1"/>
            <p:nvPr/>
          </p:nvSpPr>
          <p:spPr>
            <a:xfrm>
              <a:off x="666794" y="5023578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latin typeface="Helvetica" panose="020B0604020202020204" pitchFamily="34" charset="0"/>
                  <a:cs typeface="Helvetica" panose="020B0604020202020204" pitchFamily="34" charset="0"/>
                </a:rPr>
                <a:t>y</a:t>
              </a:r>
              <a:endParaRPr lang="zh-CN" altLang="en-US" sz="2000" baseline="-250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9E15C07B-2F30-6879-24C1-573E6362B48E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152546" y="5846739"/>
              <a:ext cx="494" cy="52825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矩形 20">
            <a:extLst>
              <a:ext uri="{FF2B5EF4-FFF2-40B4-BE49-F238E27FC236}">
                <a16:creationId xmlns:a16="http://schemas.microsoft.com/office/drawing/2014/main" id="{11E7C393-8688-8B96-A604-85CFD019ABC8}"/>
              </a:ext>
            </a:extLst>
          </p:cNvPr>
          <p:cNvSpPr/>
          <p:nvPr/>
        </p:nvSpPr>
        <p:spPr>
          <a:xfrm>
            <a:off x="1367223" y="1203968"/>
            <a:ext cx="1744652" cy="139083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F554BC62-AF51-1D26-C8FA-4C23383748FC}"/>
              </a:ext>
            </a:extLst>
          </p:cNvPr>
          <p:cNvSpPr/>
          <p:nvPr/>
        </p:nvSpPr>
        <p:spPr>
          <a:xfrm>
            <a:off x="6847011" y="2930656"/>
            <a:ext cx="648000" cy="648000"/>
          </a:xfrm>
          <a:prstGeom prst="ellipse">
            <a:avLst/>
          </a:prstGeom>
          <a:solidFill>
            <a:srgbClr val="F6C63C">
              <a:alpha val="67000"/>
            </a:srgbClr>
          </a:solidFill>
          <a:ln w="254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AB21A739-B8E0-4FE6-B418-ED5C8C6C6ED1}"/>
              </a:ext>
            </a:extLst>
          </p:cNvPr>
          <p:cNvSpPr/>
          <p:nvPr/>
        </p:nvSpPr>
        <p:spPr>
          <a:xfrm>
            <a:off x="7817208" y="3902655"/>
            <a:ext cx="648000" cy="648000"/>
          </a:xfrm>
          <a:prstGeom prst="ellipse">
            <a:avLst/>
          </a:prstGeom>
          <a:solidFill>
            <a:srgbClr val="B43970">
              <a:alpha val="66667"/>
            </a:srgbClr>
          </a:solidFill>
          <a:ln w="254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EDCA2432-45E9-3F95-FAF1-0CAB165391D5}"/>
              </a:ext>
            </a:extLst>
          </p:cNvPr>
          <p:cNvSpPr/>
          <p:nvPr/>
        </p:nvSpPr>
        <p:spPr>
          <a:xfrm>
            <a:off x="7817208" y="1946804"/>
            <a:ext cx="648000" cy="648000"/>
          </a:xfrm>
          <a:prstGeom prst="ellipse">
            <a:avLst/>
          </a:prstGeom>
          <a:solidFill>
            <a:srgbClr val="B43970">
              <a:alpha val="66667"/>
            </a:srgbClr>
          </a:solidFill>
          <a:ln w="254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99795DF5-3DA3-19A5-3A4C-CD56D81C3753}"/>
              </a:ext>
            </a:extLst>
          </p:cNvPr>
          <p:cNvSpPr/>
          <p:nvPr/>
        </p:nvSpPr>
        <p:spPr>
          <a:xfrm>
            <a:off x="5871554" y="3902655"/>
            <a:ext cx="648000" cy="648000"/>
          </a:xfrm>
          <a:prstGeom prst="ellipse">
            <a:avLst/>
          </a:prstGeom>
          <a:solidFill>
            <a:srgbClr val="B43970">
              <a:alpha val="66667"/>
            </a:srgbClr>
          </a:solidFill>
          <a:ln w="254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4BA0DA3A-6D2B-FB26-C226-1351C5C8D192}"/>
              </a:ext>
            </a:extLst>
          </p:cNvPr>
          <p:cNvSpPr/>
          <p:nvPr/>
        </p:nvSpPr>
        <p:spPr>
          <a:xfrm>
            <a:off x="5871554" y="1958655"/>
            <a:ext cx="648000" cy="648000"/>
          </a:xfrm>
          <a:prstGeom prst="ellipse">
            <a:avLst/>
          </a:prstGeom>
          <a:solidFill>
            <a:srgbClr val="B43970">
              <a:alpha val="66667"/>
            </a:srgbClr>
          </a:solidFill>
          <a:ln w="254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F134A86F-C04C-6307-9C75-E04235FF642A}"/>
              </a:ext>
            </a:extLst>
          </p:cNvPr>
          <p:cNvSpPr txBox="1"/>
          <p:nvPr/>
        </p:nvSpPr>
        <p:spPr>
          <a:xfrm>
            <a:off x="1751012" y="1669641"/>
            <a:ext cx="13608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Helvetica" panose="020B0604020202020204" pitchFamily="34" charset="0"/>
                <a:cs typeface="Helvetica" panose="020B0604020202020204" pitchFamily="34" charset="0"/>
              </a:rPr>
              <a:t>1-fan case</a:t>
            </a:r>
            <a:endParaRPr lang="zh-CN" altLang="en-U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24BAAFDD-F195-1346-6C3E-C1C0A3A4CE0B}"/>
              </a:ext>
            </a:extLst>
          </p:cNvPr>
          <p:cNvSpPr txBox="1"/>
          <p:nvPr/>
        </p:nvSpPr>
        <p:spPr>
          <a:xfrm>
            <a:off x="1751013" y="2163997"/>
            <a:ext cx="13608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Helvetica" panose="020B0604020202020204" pitchFamily="34" charset="0"/>
                <a:cs typeface="Helvetica" panose="020B0604020202020204" pitchFamily="34" charset="0"/>
              </a:rPr>
              <a:t>4-fan case</a:t>
            </a:r>
            <a:endParaRPr lang="zh-CN" altLang="en-U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8B653361-2294-2471-71F4-C2E8013CD7A9}"/>
              </a:ext>
            </a:extLst>
          </p:cNvPr>
          <p:cNvSpPr/>
          <p:nvPr/>
        </p:nvSpPr>
        <p:spPr>
          <a:xfrm>
            <a:off x="1472656" y="1727965"/>
            <a:ext cx="230690" cy="230690"/>
          </a:xfrm>
          <a:prstGeom prst="ellipse">
            <a:avLst/>
          </a:prstGeom>
          <a:solidFill>
            <a:srgbClr val="F6C63C">
              <a:alpha val="67000"/>
            </a:srgbClr>
          </a:solidFill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A1FCA709-E0C9-FADA-AB77-33EEF2F12D69}"/>
              </a:ext>
            </a:extLst>
          </p:cNvPr>
          <p:cNvSpPr/>
          <p:nvPr/>
        </p:nvSpPr>
        <p:spPr>
          <a:xfrm>
            <a:off x="1477759" y="2217929"/>
            <a:ext cx="230690" cy="230690"/>
          </a:xfrm>
          <a:prstGeom prst="ellipse">
            <a:avLst/>
          </a:prstGeom>
          <a:solidFill>
            <a:srgbClr val="B43970">
              <a:alpha val="67000"/>
            </a:srgbClr>
          </a:solidFill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A22E3420-C4BE-7C0F-2A86-1B1B9297665D}"/>
              </a:ext>
            </a:extLst>
          </p:cNvPr>
          <p:cNvCxnSpPr>
            <a:cxnSpLocks/>
          </p:cNvCxnSpPr>
          <p:nvPr/>
        </p:nvCxnSpPr>
        <p:spPr>
          <a:xfrm>
            <a:off x="9600595" y="2081757"/>
            <a:ext cx="972245" cy="0"/>
          </a:xfrm>
          <a:prstGeom prst="straightConnector1">
            <a:avLst/>
          </a:prstGeom>
          <a:ln w="12700">
            <a:solidFill>
              <a:srgbClr val="D96558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99691316-2869-D306-99E3-877DBA2E91E0}"/>
              </a:ext>
            </a:extLst>
          </p:cNvPr>
          <p:cNvSpPr txBox="1"/>
          <p:nvPr/>
        </p:nvSpPr>
        <p:spPr>
          <a:xfrm>
            <a:off x="9663016" y="1727965"/>
            <a:ext cx="847401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D96558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1.20 m</a:t>
            </a:r>
            <a:endParaRPr lang="zh-CN" altLang="en-US" sz="1600" baseline="-25000" dirty="0">
              <a:solidFill>
                <a:srgbClr val="D96558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4BC4C509-5C9B-FBA1-F846-0CB57C1DA4CA}"/>
              </a:ext>
            </a:extLst>
          </p:cNvPr>
          <p:cNvCxnSpPr>
            <a:cxnSpLocks/>
          </p:cNvCxnSpPr>
          <p:nvPr/>
        </p:nvCxnSpPr>
        <p:spPr>
          <a:xfrm>
            <a:off x="10086430" y="2768652"/>
            <a:ext cx="0" cy="1458000"/>
          </a:xfrm>
          <a:prstGeom prst="straightConnector1">
            <a:avLst/>
          </a:prstGeom>
          <a:ln w="12700">
            <a:solidFill>
              <a:srgbClr val="D96558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B3CAF2B1-3BD0-4456-8CF1-34A10E9D3671}"/>
              </a:ext>
            </a:extLst>
          </p:cNvPr>
          <p:cNvSpPr txBox="1"/>
          <p:nvPr/>
        </p:nvSpPr>
        <p:spPr>
          <a:xfrm>
            <a:off x="9679906" y="3328374"/>
            <a:ext cx="813043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D96558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1.80 m</a:t>
            </a:r>
            <a:endParaRPr lang="zh-CN" altLang="en-US" sz="1600" baseline="-25000" dirty="0">
              <a:solidFill>
                <a:srgbClr val="D96558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937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1911</TotalTime>
  <Words>34</Words>
  <Application>Microsoft Office PowerPoint</Application>
  <PresentationFormat>宽屏</PresentationFormat>
  <Paragraphs>19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Aptos</vt:lpstr>
      <vt:lpstr>Aptos Display</vt:lpstr>
      <vt:lpstr>Arial</vt:lpstr>
      <vt:lpstr>Helvetica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Hanchen Li</dc:creator>
  <cp:lastModifiedBy>Hanchen Li</cp:lastModifiedBy>
  <cp:revision>1</cp:revision>
  <cp:lastPrinted>2026-01-16T23:03:24Z</cp:lastPrinted>
  <dcterms:created xsi:type="dcterms:W3CDTF">2025-05-22T21:32:03Z</dcterms:created>
  <dcterms:modified xsi:type="dcterms:W3CDTF">2026-02-05T06:07:43Z</dcterms:modified>
</cp:coreProperties>
</file>